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56" r:id="rId5"/>
    <p:sldId id="257" r:id="rId6"/>
    <p:sldId id="258" r:id="rId7"/>
    <p:sldId id="260" r:id="rId8"/>
    <p:sldId id="264" r:id="rId9"/>
    <p:sldId id="262" r:id="rId10"/>
    <p:sldId id="278" r:id="rId11"/>
    <p:sldId id="277" r:id="rId12"/>
    <p:sldId id="279" r:id="rId13"/>
    <p:sldId id="265" r:id="rId14"/>
    <p:sldId id="266" r:id="rId15"/>
    <p:sldId id="280" r:id="rId16"/>
    <p:sldId id="270" r:id="rId17"/>
    <p:sldId id="261" r:id="rId18"/>
    <p:sldId id="272"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6" autoAdjust="0"/>
    <p:restoredTop sz="77323" autoAdjust="0"/>
  </p:normalViewPr>
  <p:slideViewPr>
    <p:cSldViewPr snapToGrid="0">
      <p:cViewPr varScale="1">
        <p:scale>
          <a:sx n="56" d="100"/>
          <a:sy n="56" d="100"/>
        </p:scale>
        <p:origin x="976"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anne Hope" userId="be40865d-c2b6-4fd2-8823-c5d9990c0a4c" providerId="ADAL" clId="{01263A71-40F3-4280-98ED-B7CC298A1C32}"/>
    <pc:docChg chg="undo custSel addSld delSld modSld sldOrd">
      <pc:chgData name="Lianne Hope" userId="be40865d-c2b6-4fd2-8823-c5d9990c0a4c" providerId="ADAL" clId="{01263A71-40F3-4280-98ED-B7CC298A1C32}" dt="2026-04-16T16:59:32.355" v="15299" actId="2696"/>
      <pc:docMkLst>
        <pc:docMk/>
      </pc:docMkLst>
      <pc:sldChg chg="addSp modSp mod setBg">
        <pc:chgData name="Lianne Hope" userId="be40865d-c2b6-4fd2-8823-c5d9990c0a4c" providerId="ADAL" clId="{01263A71-40F3-4280-98ED-B7CC298A1C32}" dt="2026-04-13T22:00:06.969" v="6924" actId="27636"/>
        <pc:sldMkLst>
          <pc:docMk/>
          <pc:sldMk cId="2802316426" sldId="256"/>
        </pc:sldMkLst>
        <pc:spChg chg="mod">
          <ac:chgData name="Lianne Hope" userId="be40865d-c2b6-4fd2-8823-c5d9990c0a4c" providerId="ADAL" clId="{01263A71-40F3-4280-98ED-B7CC298A1C32}" dt="2026-04-13T21:59:55.045" v="6919" actId="27636"/>
          <ac:spMkLst>
            <pc:docMk/>
            <pc:sldMk cId="2802316426" sldId="256"/>
            <ac:spMk id="2" creationId="{7F21DEE6-09B1-4A2F-FE11-C80E7BC5B74F}"/>
          </ac:spMkLst>
        </pc:spChg>
        <pc:spChg chg="mod">
          <ac:chgData name="Lianne Hope" userId="be40865d-c2b6-4fd2-8823-c5d9990c0a4c" providerId="ADAL" clId="{01263A71-40F3-4280-98ED-B7CC298A1C32}" dt="2026-04-13T22:00:06.969" v="6924" actId="27636"/>
          <ac:spMkLst>
            <pc:docMk/>
            <pc:sldMk cId="2802316426" sldId="256"/>
            <ac:spMk id="3" creationId="{D2426D63-BC66-F237-61FB-6AAE81CEFE90}"/>
          </ac:spMkLst>
        </pc:spChg>
        <pc:spChg chg="add">
          <ac:chgData name="Lianne Hope" userId="be40865d-c2b6-4fd2-8823-c5d9990c0a4c" providerId="ADAL" clId="{01263A71-40F3-4280-98ED-B7CC298A1C32}" dt="2026-04-04T00:00:08.401" v="5587" actId="26606"/>
          <ac:spMkLst>
            <pc:docMk/>
            <pc:sldMk cId="2802316426" sldId="256"/>
            <ac:spMk id="8" creationId="{4522B21E-B2B9-4C72-9A71-C87EFD137480}"/>
          </ac:spMkLst>
        </pc:spChg>
        <pc:spChg chg="add">
          <ac:chgData name="Lianne Hope" userId="be40865d-c2b6-4fd2-8823-c5d9990c0a4c" providerId="ADAL" clId="{01263A71-40F3-4280-98ED-B7CC298A1C32}" dt="2026-04-04T00:00:08.401" v="5587" actId="26606"/>
          <ac:spMkLst>
            <pc:docMk/>
            <pc:sldMk cId="2802316426" sldId="256"/>
            <ac:spMk id="10" creationId="{5EB7D2A2-F448-44D4-938C-DC84CBCB3B1E}"/>
          </ac:spMkLst>
        </pc:spChg>
        <pc:spChg chg="add">
          <ac:chgData name="Lianne Hope" userId="be40865d-c2b6-4fd2-8823-c5d9990c0a4c" providerId="ADAL" clId="{01263A71-40F3-4280-98ED-B7CC298A1C32}" dt="2026-04-04T00:00:08.401" v="5587" actId="26606"/>
          <ac:spMkLst>
            <pc:docMk/>
            <pc:sldMk cId="2802316426" sldId="256"/>
            <ac:spMk id="12" creationId="{871AEA07-1E14-44B4-8E55-64EF049CD66F}"/>
          </ac:spMkLst>
        </pc:spChg>
        <pc:cxnChg chg="add">
          <ac:chgData name="Lianne Hope" userId="be40865d-c2b6-4fd2-8823-c5d9990c0a4c" providerId="ADAL" clId="{01263A71-40F3-4280-98ED-B7CC298A1C32}" dt="2026-04-04T00:00:08.401" v="5587" actId="26606"/>
          <ac:cxnSpMkLst>
            <pc:docMk/>
            <pc:sldMk cId="2802316426" sldId="256"/>
            <ac:cxnSpMk id="14" creationId="{F7C8EA93-3210-4C62-99E9-153C275E3A87}"/>
          </ac:cxnSpMkLst>
        </pc:cxnChg>
      </pc:sldChg>
      <pc:sldChg chg="addSp modSp mod setBg modNotesTx">
        <pc:chgData name="Lianne Hope" userId="be40865d-c2b6-4fd2-8823-c5d9990c0a4c" providerId="ADAL" clId="{01263A71-40F3-4280-98ED-B7CC298A1C32}" dt="2026-04-14T23:39:24.072" v="7693" actId="20577"/>
        <pc:sldMkLst>
          <pc:docMk/>
          <pc:sldMk cId="1375362267" sldId="257"/>
        </pc:sldMkLst>
        <pc:spChg chg="mod">
          <ac:chgData name="Lianne Hope" userId="be40865d-c2b6-4fd2-8823-c5d9990c0a4c" providerId="ADAL" clId="{01263A71-40F3-4280-98ED-B7CC298A1C32}" dt="2026-04-04T00:00:11.472" v="5588" actId="26606"/>
          <ac:spMkLst>
            <pc:docMk/>
            <pc:sldMk cId="1375362267" sldId="257"/>
            <ac:spMk id="2" creationId="{6FE7D64C-8A6F-E786-3AE9-2AC7A85BB672}"/>
          </ac:spMkLst>
        </pc:spChg>
        <pc:spChg chg="mod">
          <ac:chgData name="Lianne Hope" userId="be40865d-c2b6-4fd2-8823-c5d9990c0a4c" providerId="ADAL" clId="{01263A71-40F3-4280-98ED-B7CC298A1C32}" dt="2026-04-06T17:33:32.196" v="5649" actId="1076"/>
          <ac:spMkLst>
            <pc:docMk/>
            <pc:sldMk cId="1375362267" sldId="257"/>
            <ac:spMk id="3" creationId="{976241F6-DEAA-BD01-F670-7F9A73F7D86B}"/>
          </ac:spMkLst>
        </pc:spChg>
        <pc:spChg chg="add">
          <ac:chgData name="Lianne Hope" userId="be40865d-c2b6-4fd2-8823-c5d9990c0a4c" providerId="ADAL" clId="{01263A71-40F3-4280-98ED-B7CC298A1C32}" dt="2026-04-04T00:00:11.472" v="5588" actId="26606"/>
          <ac:spMkLst>
            <pc:docMk/>
            <pc:sldMk cId="1375362267" sldId="257"/>
            <ac:spMk id="8" creationId="{DBF61EA3-B236-439E-9C0B-340980D56BEE}"/>
          </ac:spMkLst>
        </pc:spChg>
        <pc:spChg chg="add">
          <ac:chgData name="Lianne Hope" userId="be40865d-c2b6-4fd2-8823-c5d9990c0a4c" providerId="ADAL" clId="{01263A71-40F3-4280-98ED-B7CC298A1C32}" dt="2026-04-04T00:00:11.472" v="5588" actId="26606"/>
          <ac:spMkLst>
            <pc:docMk/>
            <pc:sldMk cId="1375362267" sldId="257"/>
            <ac:spMk id="14" creationId="{E659831F-0D9A-4C63-9EBB-8435B85A440F}"/>
          </ac:spMkLst>
        </pc:spChg>
        <pc:grpChg chg="add">
          <ac:chgData name="Lianne Hope" userId="be40865d-c2b6-4fd2-8823-c5d9990c0a4c" providerId="ADAL" clId="{01263A71-40F3-4280-98ED-B7CC298A1C32}" dt="2026-04-04T00:00:11.472" v="5588" actId="26606"/>
          <ac:grpSpMkLst>
            <pc:docMk/>
            <pc:sldMk cId="1375362267" sldId="257"/>
            <ac:grpSpMk id="10" creationId="{28FAF094-D087-493F-8DF9-A486C2D6BBAA}"/>
          </ac:grpSpMkLst>
        </pc:grpChg>
      </pc:sldChg>
      <pc:sldChg chg="addSp delSp modSp mod modNotesTx">
        <pc:chgData name="Lianne Hope" userId="be40865d-c2b6-4fd2-8823-c5d9990c0a4c" providerId="ADAL" clId="{01263A71-40F3-4280-98ED-B7CC298A1C32}" dt="2026-04-14T23:42:12.958" v="8038" actId="20577"/>
        <pc:sldMkLst>
          <pc:docMk/>
          <pc:sldMk cId="1784730157" sldId="258"/>
        </pc:sldMkLst>
        <pc:spChg chg="mod">
          <ac:chgData name="Lianne Hope" userId="be40865d-c2b6-4fd2-8823-c5d9990c0a4c" providerId="ADAL" clId="{01263A71-40F3-4280-98ED-B7CC298A1C32}" dt="2026-04-04T00:00:37.353" v="5589" actId="26606"/>
          <ac:spMkLst>
            <pc:docMk/>
            <pc:sldMk cId="1784730157" sldId="258"/>
            <ac:spMk id="2" creationId="{C25EDA02-17B3-9D17-992D-CF70452C02CD}"/>
          </ac:spMkLst>
        </pc:spChg>
        <pc:spChg chg="add">
          <ac:chgData name="Lianne Hope" userId="be40865d-c2b6-4fd2-8823-c5d9990c0a4c" providerId="ADAL" clId="{01263A71-40F3-4280-98ED-B7CC298A1C32}" dt="2026-04-04T00:00:37.353" v="5589" actId="26606"/>
          <ac:spMkLst>
            <pc:docMk/>
            <pc:sldMk cId="1784730157" sldId="258"/>
            <ac:spMk id="16" creationId="{181FE16D-0BB9-43FC-A645-3419A195E106}"/>
          </ac:spMkLst>
        </pc:spChg>
        <pc:spChg chg="add">
          <ac:chgData name="Lianne Hope" userId="be40865d-c2b6-4fd2-8823-c5d9990c0a4c" providerId="ADAL" clId="{01263A71-40F3-4280-98ED-B7CC298A1C32}" dt="2026-04-04T00:00:37.353" v="5589" actId="26606"/>
          <ac:spMkLst>
            <pc:docMk/>
            <pc:sldMk cId="1784730157" sldId="258"/>
            <ac:spMk id="22" creationId="{81E140AE-0ABF-47C8-BF32-7D2F0CF2BA44}"/>
          </ac:spMkLst>
        </pc:spChg>
        <pc:spChg chg="add">
          <ac:chgData name="Lianne Hope" userId="be40865d-c2b6-4fd2-8823-c5d9990c0a4c" providerId="ADAL" clId="{01263A71-40F3-4280-98ED-B7CC298A1C32}" dt="2026-04-04T00:00:37.353" v="5589" actId="26606"/>
          <ac:spMkLst>
            <pc:docMk/>
            <pc:sldMk cId="1784730157" sldId="258"/>
            <ac:spMk id="24" creationId="{CBC4F608-B4B8-48C3-9572-C0F061B1CD99}"/>
          </ac:spMkLst>
        </pc:spChg>
        <pc:grpChg chg="add">
          <ac:chgData name="Lianne Hope" userId="be40865d-c2b6-4fd2-8823-c5d9990c0a4c" providerId="ADAL" clId="{01263A71-40F3-4280-98ED-B7CC298A1C32}" dt="2026-04-04T00:00:37.353" v="5589" actId="26606"/>
          <ac:grpSpMkLst>
            <pc:docMk/>
            <pc:sldMk cId="1784730157" sldId="258"/>
            <ac:grpSpMk id="18" creationId="{83EAB11A-76F7-48F4-9B4F-5BFDF4BF9670}"/>
          </ac:grpSpMkLst>
        </pc:grpChg>
        <pc:graphicFrameChg chg="mod modGraphic">
          <ac:chgData name="Lianne Hope" userId="be40865d-c2b6-4fd2-8823-c5d9990c0a4c" providerId="ADAL" clId="{01263A71-40F3-4280-98ED-B7CC298A1C32}" dt="2026-04-04T00:01:02.065" v="5591" actId="20577"/>
          <ac:graphicFrameMkLst>
            <pc:docMk/>
            <pc:sldMk cId="1784730157" sldId="258"/>
            <ac:graphicFrameMk id="4" creationId="{2B313866-630B-61E5-F5E3-FBB75A4BEC07}"/>
          </ac:graphicFrameMkLst>
        </pc:graphicFrameChg>
      </pc:sldChg>
      <pc:sldChg chg="addSp modSp del mod setBg modNotesTx">
        <pc:chgData name="Lianne Hope" userId="be40865d-c2b6-4fd2-8823-c5d9990c0a4c" providerId="ADAL" clId="{01263A71-40F3-4280-98ED-B7CC298A1C32}" dt="2026-04-16T16:59:32.355" v="15299" actId="2696"/>
        <pc:sldMkLst>
          <pc:docMk/>
          <pc:sldMk cId="4168860716" sldId="259"/>
        </pc:sldMkLst>
      </pc:sldChg>
      <pc:sldChg chg="addSp modSp mod setBg modNotesTx">
        <pc:chgData name="Lianne Hope" userId="be40865d-c2b6-4fd2-8823-c5d9990c0a4c" providerId="ADAL" clId="{01263A71-40F3-4280-98ED-B7CC298A1C32}" dt="2026-04-14T23:50:19.834" v="9000" actId="20577"/>
        <pc:sldMkLst>
          <pc:docMk/>
          <pc:sldMk cId="683800710" sldId="260"/>
        </pc:sldMkLst>
        <pc:spChg chg="mod">
          <ac:chgData name="Lianne Hope" userId="be40865d-c2b6-4fd2-8823-c5d9990c0a4c" providerId="ADAL" clId="{01263A71-40F3-4280-98ED-B7CC298A1C32}" dt="2026-04-09T16:46:18.276" v="6805" actId="1076"/>
          <ac:spMkLst>
            <pc:docMk/>
            <pc:sldMk cId="683800710" sldId="260"/>
            <ac:spMk id="2" creationId="{00698394-DA7D-98B6-13DB-43D354D3B89E}"/>
          </ac:spMkLst>
        </pc:spChg>
        <pc:spChg chg="add">
          <ac:chgData name="Lianne Hope" userId="be40865d-c2b6-4fd2-8823-c5d9990c0a4c" providerId="ADAL" clId="{01263A71-40F3-4280-98ED-B7CC298A1C32}" dt="2026-04-04T00:01:58.533" v="5593" actId="26606"/>
          <ac:spMkLst>
            <pc:docMk/>
            <pc:sldMk cId="683800710" sldId="260"/>
            <ac:spMk id="9" creationId="{56E9B3E6-E277-4D68-BA48-9CB43FFBD6E2}"/>
          </ac:spMkLst>
        </pc:spChg>
        <pc:spChg chg="add">
          <ac:chgData name="Lianne Hope" userId="be40865d-c2b6-4fd2-8823-c5d9990c0a4c" providerId="ADAL" clId="{01263A71-40F3-4280-98ED-B7CC298A1C32}" dt="2026-04-04T00:01:58.533" v="5593" actId="26606"/>
          <ac:spMkLst>
            <pc:docMk/>
            <pc:sldMk cId="683800710" sldId="260"/>
            <ac:spMk id="16" creationId="{D5B0017B-2ECA-49AF-B397-DC140825DF8D}"/>
          </ac:spMkLst>
        </pc:spChg>
        <pc:grpChg chg="add">
          <ac:chgData name="Lianne Hope" userId="be40865d-c2b6-4fd2-8823-c5d9990c0a4c" providerId="ADAL" clId="{01263A71-40F3-4280-98ED-B7CC298A1C32}" dt="2026-04-04T00:01:58.533" v="5593" actId="26606"/>
          <ac:grpSpMkLst>
            <pc:docMk/>
            <pc:sldMk cId="683800710" sldId="260"/>
            <ac:grpSpMk id="11" creationId="{AE1C45F0-260A-458C-96ED-C1F6D2151219}"/>
          </ac:grpSpMkLst>
        </pc:grpChg>
        <pc:graphicFrameChg chg="mod modGraphic">
          <ac:chgData name="Lianne Hope" userId="be40865d-c2b6-4fd2-8823-c5d9990c0a4c" providerId="ADAL" clId="{01263A71-40F3-4280-98ED-B7CC298A1C32}" dt="2026-04-09T16:47:10.682" v="6865" actId="20577"/>
          <ac:graphicFrameMkLst>
            <pc:docMk/>
            <pc:sldMk cId="683800710" sldId="260"/>
            <ac:graphicFrameMk id="4" creationId="{9B2BF93E-FD9F-4BCB-C5B2-D179379EF0F8}"/>
          </ac:graphicFrameMkLst>
        </pc:graphicFrameChg>
        <pc:cxnChg chg="add">
          <ac:chgData name="Lianne Hope" userId="be40865d-c2b6-4fd2-8823-c5d9990c0a4c" providerId="ADAL" clId="{01263A71-40F3-4280-98ED-B7CC298A1C32}" dt="2026-04-04T00:01:58.533" v="5593" actId="26606"/>
          <ac:cxnSpMkLst>
            <pc:docMk/>
            <pc:sldMk cId="683800710" sldId="260"/>
            <ac:cxnSpMk id="18" creationId="{6CF1BAF6-AD41-4082-B212-8A1F9A2E8779}"/>
          </ac:cxnSpMkLst>
        </pc:cxnChg>
      </pc:sldChg>
      <pc:sldChg chg="addSp delSp modSp new mod ord modNotesTx">
        <pc:chgData name="Lianne Hope" userId="be40865d-c2b6-4fd2-8823-c5d9990c0a4c" providerId="ADAL" clId="{01263A71-40F3-4280-98ED-B7CC298A1C32}" dt="2026-04-15T00:30:54.600" v="15298" actId="20577"/>
        <pc:sldMkLst>
          <pc:docMk/>
          <pc:sldMk cId="819641170" sldId="261"/>
        </pc:sldMkLst>
        <pc:spChg chg="mod">
          <ac:chgData name="Lianne Hope" userId="be40865d-c2b6-4fd2-8823-c5d9990c0a4c" providerId="ADAL" clId="{01263A71-40F3-4280-98ED-B7CC298A1C32}" dt="2026-03-24T05:18:02.467" v="1209" actId="1076"/>
          <ac:spMkLst>
            <pc:docMk/>
            <pc:sldMk cId="819641170" sldId="261"/>
            <ac:spMk id="2" creationId="{1337E14D-1B5F-A402-F60E-C2547726E4ED}"/>
          </ac:spMkLst>
        </pc:spChg>
        <pc:graphicFrameChg chg="add mod ord modGraphic">
          <ac:chgData name="Lianne Hope" userId="be40865d-c2b6-4fd2-8823-c5d9990c0a4c" providerId="ADAL" clId="{01263A71-40F3-4280-98ED-B7CC298A1C32}" dt="2026-04-06T17:48:25.197" v="6139" actId="20577"/>
          <ac:graphicFrameMkLst>
            <pc:docMk/>
            <pc:sldMk cId="819641170" sldId="261"/>
            <ac:graphicFrameMk id="4" creationId="{DFA82649-7918-84CE-BBAE-C59E48267E91}"/>
          </ac:graphicFrameMkLst>
        </pc:graphicFrameChg>
      </pc:sldChg>
      <pc:sldChg chg="addSp delSp modSp new mod ord setBg modNotesTx">
        <pc:chgData name="Lianne Hope" userId="be40865d-c2b6-4fd2-8823-c5d9990c0a4c" providerId="ADAL" clId="{01263A71-40F3-4280-98ED-B7CC298A1C32}" dt="2026-04-15T00:09:57.614" v="11917" actId="20577"/>
        <pc:sldMkLst>
          <pc:docMk/>
          <pc:sldMk cId="2311427996" sldId="262"/>
        </pc:sldMkLst>
        <pc:spChg chg="mod">
          <ac:chgData name="Lianne Hope" userId="be40865d-c2b6-4fd2-8823-c5d9990c0a4c" providerId="ADAL" clId="{01263A71-40F3-4280-98ED-B7CC298A1C32}" dt="2026-04-04T00:03:56.762" v="5604" actId="26606"/>
          <ac:spMkLst>
            <pc:docMk/>
            <pc:sldMk cId="2311427996" sldId="262"/>
            <ac:spMk id="2" creationId="{E519E2F2-DCF6-1817-3003-285FB46B8FED}"/>
          </ac:spMkLst>
        </pc:spChg>
        <pc:spChg chg="add">
          <ac:chgData name="Lianne Hope" userId="be40865d-c2b6-4fd2-8823-c5d9990c0a4c" providerId="ADAL" clId="{01263A71-40F3-4280-98ED-B7CC298A1C32}" dt="2026-04-04T00:03:56.762" v="5604" actId="26606"/>
          <ac:spMkLst>
            <pc:docMk/>
            <pc:sldMk cId="2311427996" sldId="262"/>
            <ac:spMk id="8" creationId="{081EA652-8C6A-4E69-BEB9-170809474553}"/>
          </ac:spMkLst>
        </pc:spChg>
        <pc:spChg chg="add">
          <ac:chgData name="Lianne Hope" userId="be40865d-c2b6-4fd2-8823-c5d9990c0a4c" providerId="ADAL" clId="{01263A71-40F3-4280-98ED-B7CC298A1C32}" dt="2026-04-04T00:03:56.762" v="5604" actId="26606"/>
          <ac:spMkLst>
            <pc:docMk/>
            <pc:sldMk cId="2311427996" sldId="262"/>
            <ac:spMk id="12" creationId="{7F488E8B-4E1E-4402-8935-D4E6C02615C7}"/>
          </ac:spMkLst>
        </pc:spChg>
        <pc:spChg chg="add">
          <ac:chgData name="Lianne Hope" userId="be40865d-c2b6-4fd2-8823-c5d9990c0a4c" providerId="ADAL" clId="{01263A71-40F3-4280-98ED-B7CC298A1C32}" dt="2026-04-04T00:03:56.762" v="5604" actId="26606"/>
          <ac:spMkLst>
            <pc:docMk/>
            <pc:sldMk cId="2311427996" sldId="262"/>
            <ac:spMk id="13" creationId="{5298780A-33B9-4EA2-8F67-DE68AD62841B}"/>
          </ac:spMkLst>
        </pc:spChg>
        <pc:spChg chg="add mod">
          <ac:chgData name="Lianne Hope" userId="be40865d-c2b6-4fd2-8823-c5d9990c0a4c" providerId="ADAL" clId="{01263A71-40F3-4280-98ED-B7CC298A1C32}" dt="2026-04-09T16:49:57.188" v="6893" actId="20577"/>
          <ac:spMkLst>
            <pc:docMk/>
            <pc:sldMk cId="2311427996" sldId="262"/>
            <ac:spMk id="14" creationId="{E8F3515A-79BC-2E74-05A7-0EF5AF46526F}"/>
          </ac:spMkLst>
        </pc:spChg>
      </pc:sldChg>
      <pc:sldChg chg="addSp modSp new mod setBg modNotesTx">
        <pc:chgData name="Lianne Hope" userId="be40865d-c2b6-4fd2-8823-c5d9990c0a4c" providerId="ADAL" clId="{01263A71-40F3-4280-98ED-B7CC298A1C32}" dt="2026-04-04T00:02:55.267" v="5600" actId="26606"/>
        <pc:sldMkLst>
          <pc:docMk/>
          <pc:sldMk cId="3054645862" sldId="264"/>
        </pc:sldMkLst>
        <pc:spChg chg="mod">
          <ac:chgData name="Lianne Hope" userId="be40865d-c2b6-4fd2-8823-c5d9990c0a4c" providerId="ADAL" clId="{01263A71-40F3-4280-98ED-B7CC298A1C32}" dt="2026-04-04T00:02:55.267" v="5600" actId="26606"/>
          <ac:spMkLst>
            <pc:docMk/>
            <pc:sldMk cId="3054645862" sldId="264"/>
            <ac:spMk id="2" creationId="{652CF09F-BE9B-D6AF-32DE-7634ABA9C2C7}"/>
          </ac:spMkLst>
        </pc:spChg>
        <pc:spChg chg="mod">
          <ac:chgData name="Lianne Hope" userId="be40865d-c2b6-4fd2-8823-c5d9990c0a4c" providerId="ADAL" clId="{01263A71-40F3-4280-98ED-B7CC298A1C32}" dt="2026-04-04T00:02:55.267" v="5600" actId="26606"/>
          <ac:spMkLst>
            <pc:docMk/>
            <pc:sldMk cId="3054645862" sldId="264"/>
            <ac:spMk id="3" creationId="{F50DE58E-F2D0-C7E4-6474-5A817AD312E2}"/>
          </ac:spMkLst>
        </pc:spChg>
        <pc:spChg chg="add">
          <ac:chgData name="Lianne Hope" userId="be40865d-c2b6-4fd2-8823-c5d9990c0a4c" providerId="ADAL" clId="{01263A71-40F3-4280-98ED-B7CC298A1C32}" dt="2026-04-04T00:02:55.267" v="5600" actId="26606"/>
          <ac:spMkLst>
            <pc:docMk/>
            <pc:sldMk cId="3054645862" sldId="264"/>
            <ac:spMk id="8" creationId="{4522B21E-B2B9-4C72-9A71-C87EFD137480}"/>
          </ac:spMkLst>
        </pc:spChg>
        <pc:spChg chg="add">
          <ac:chgData name="Lianne Hope" userId="be40865d-c2b6-4fd2-8823-c5d9990c0a4c" providerId="ADAL" clId="{01263A71-40F3-4280-98ED-B7CC298A1C32}" dt="2026-04-04T00:02:55.267" v="5600" actId="26606"/>
          <ac:spMkLst>
            <pc:docMk/>
            <pc:sldMk cId="3054645862" sldId="264"/>
            <ac:spMk id="10" creationId="{5EB7D2A2-F448-44D4-938C-DC84CBCB3B1E}"/>
          </ac:spMkLst>
        </pc:spChg>
        <pc:spChg chg="add">
          <ac:chgData name="Lianne Hope" userId="be40865d-c2b6-4fd2-8823-c5d9990c0a4c" providerId="ADAL" clId="{01263A71-40F3-4280-98ED-B7CC298A1C32}" dt="2026-04-04T00:02:55.267" v="5600" actId="26606"/>
          <ac:spMkLst>
            <pc:docMk/>
            <pc:sldMk cId="3054645862" sldId="264"/>
            <ac:spMk id="12" creationId="{871AEA07-1E14-44B4-8E55-64EF049CD66F}"/>
          </ac:spMkLst>
        </pc:spChg>
        <pc:cxnChg chg="add">
          <ac:chgData name="Lianne Hope" userId="be40865d-c2b6-4fd2-8823-c5d9990c0a4c" providerId="ADAL" clId="{01263A71-40F3-4280-98ED-B7CC298A1C32}" dt="2026-04-04T00:02:55.267" v="5600" actId="26606"/>
          <ac:cxnSpMkLst>
            <pc:docMk/>
            <pc:sldMk cId="3054645862" sldId="264"/>
            <ac:cxnSpMk id="14" creationId="{F7C8EA93-3210-4C62-99E9-153C275E3A87}"/>
          </ac:cxnSpMkLst>
        </pc:cxnChg>
      </pc:sldChg>
      <pc:sldChg chg="addSp modSp new mod ord setBg">
        <pc:chgData name="Lianne Hope" userId="be40865d-c2b6-4fd2-8823-c5d9990c0a4c" providerId="ADAL" clId="{01263A71-40F3-4280-98ED-B7CC298A1C32}" dt="2026-04-04T00:04:22.601" v="5607" actId="26606"/>
        <pc:sldMkLst>
          <pc:docMk/>
          <pc:sldMk cId="918981451" sldId="265"/>
        </pc:sldMkLst>
        <pc:spChg chg="mod">
          <ac:chgData name="Lianne Hope" userId="be40865d-c2b6-4fd2-8823-c5d9990c0a4c" providerId="ADAL" clId="{01263A71-40F3-4280-98ED-B7CC298A1C32}" dt="2026-04-04T00:04:22.601" v="5607" actId="26606"/>
          <ac:spMkLst>
            <pc:docMk/>
            <pc:sldMk cId="918981451" sldId="265"/>
            <ac:spMk id="2" creationId="{24F61EE9-C29D-69DF-68A3-7B353AA336DC}"/>
          </ac:spMkLst>
        </pc:spChg>
        <pc:spChg chg="mod">
          <ac:chgData name="Lianne Hope" userId="be40865d-c2b6-4fd2-8823-c5d9990c0a4c" providerId="ADAL" clId="{01263A71-40F3-4280-98ED-B7CC298A1C32}" dt="2026-04-04T00:04:22.601" v="5607" actId="26606"/>
          <ac:spMkLst>
            <pc:docMk/>
            <pc:sldMk cId="918981451" sldId="265"/>
            <ac:spMk id="3" creationId="{E7444FD5-A704-69CE-D965-A961DD91598B}"/>
          </ac:spMkLst>
        </pc:spChg>
        <pc:spChg chg="add">
          <ac:chgData name="Lianne Hope" userId="be40865d-c2b6-4fd2-8823-c5d9990c0a4c" providerId="ADAL" clId="{01263A71-40F3-4280-98ED-B7CC298A1C32}" dt="2026-04-04T00:04:22.601" v="5607" actId="26606"/>
          <ac:spMkLst>
            <pc:docMk/>
            <pc:sldMk cId="918981451" sldId="265"/>
            <ac:spMk id="8" creationId="{4522B21E-B2B9-4C72-9A71-C87EFD137480}"/>
          </ac:spMkLst>
        </pc:spChg>
        <pc:spChg chg="add">
          <ac:chgData name="Lianne Hope" userId="be40865d-c2b6-4fd2-8823-c5d9990c0a4c" providerId="ADAL" clId="{01263A71-40F3-4280-98ED-B7CC298A1C32}" dt="2026-04-04T00:04:22.601" v="5607" actId="26606"/>
          <ac:spMkLst>
            <pc:docMk/>
            <pc:sldMk cId="918981451" sldId="265"/>
            <ac:spMk id="10" creationId="{5EB7D2A2-F448-44D4-938C-DC84CBCB3B1E}"/>
          </ac:spMkLst>
        </pc:spChg>
        <pc:spChg chg="add">
          <ac:chgData name="Lianne Hope" userId="be40865d-c2b6-4fd2-8823-c5d9990c0a4c" providerId="ADAL" clId="{01263A71-40F3-4280-98ED-B7CC298A1C32}" dt="2026-04-04T00:04:22.601" v="5607" actId="26606"/>
          <ac:spMkLst>
            <pc:docMk/>
            <pc:sldMk cId="918981451" sldId="265"/>
            <ac:spMk id="12" creationId="{871AEA07-1E14-44B4-8E55-64EF049CD66F}"/>
          </ac:spMkLst>
        </pc:spChg>
        <pc:cxnChg chg="add">
          <ac:chgData name="Lianne Hope" userId="be40865d-c2b6-4fd2-8823-c5d9990c0a4c" providerId="ADAL" clId="{01263A71-40F3-4280-98ED-B7CC298A1C32}" dt="2026-04-04T00:04:22.601" v="5607" actId="26606"/>
          <ac:cxnSpMkLst>
            <pc:docMk/>
            <pc:sldMk cId="918981451" sldId="265"/>
            <ac:cxnSpMk id="14" creationId="{F7C8EA93-3210-4C62-99E9-153C275E3A87}"/>
          </ac:cxnSpMkLst>
        </pc:cxnChg>
      </pc:sldChg>
      <pc:sldChg chg="addSp delSp modSp new mod ord setBg modNotesTx">
        <pc:chgData name="Lianne Hope" userId="be40865d-c2b6-4fd2-8823-c5d9990c0a4c" providerId="ADAL" clId="{01263A71-40F3-4280-98ED-B7CC298A1C32}" dt="2026-04-06T17:43:34.540" v="5930" actId="20577"/>
        <pc:sldMkLst>
          <pc:docMk/>
          <pc:sldMk cId="90828757" sldId="266"/>
        </pc:sldMkLst>
        <pc:spChg chg="mod">
          <ac:chgData name="Lianne Hope" userId="be40865d-c2b6-4fd2-8823-c5d9990c0a4c" providerId="ADAL" clId="{01263A71-40F3-4280-98ED-B7CC298A1C32}" dt="2026-04-04T00:04:35.876" v="5610" actId="26606"/>
          <ac:spMkLst>
            <pc:docMk/>
            <pc:sldMk cId="90828757" sldId="266"/>
            <ac:spMk id="2" creationId="{9D2A5383-20B9-9C14-BC50-3F4DEFC46AB7}"/>
          </ac:spMkLst>
        </pc:spChg>
        <pc:spChg chg="add">
          <ac:chgData name="Lianne Hope" userId="be40865d-c2b6-4fd2-8823-c5d9990c0a4c" providerId="ADAL" clId="{01263A71-40F3-4280-98ED-B7CC298A1C32}" dt="2026-04-04T00:04:35.876" v="5610" actId="26606"/>
          <ac:spMkLst>
            <pc:docMk/>
            <pc:sldMk cId="90828757" sldId="266"/>
            <ac:spMk id="9" creationId="{56E9B3E6-E277-4D68-BA48-9CB43FFBD6E2}"/>
          </ac:spMkLst>
        </pc:spChg>
        <pc:spChg chg="add">
          <ac:chgData name="Lianne Hope" userId="be40865d-c2b6-4fd2-8823-c5d9990c0a4c" providerId="ADAL" clId="{01263A71-40F3-4280-98ED-B7CC298A1C32}" dt="2026-04-04T00:04:35.876" v="5610" actId="26606"/>
          <ac:spMkLst>
            <pc:docMk/>
            <pc:sldMk cId="90828757" sldId="266"/>
            <ac:spMk id="16" creationId="{D5B0017B-2ECA-49AF-B397-DC140825DF8D}"/>
          </ac:spMkLst>
        </pc:spChg>
        <pc:grpChg chg="add">
          <ac:chgData name="Lianne Hope" userId="be40865d-c2b6-4fd2-8823-c5d9990c0a4c" providerId="ADAL" clId="{01263A71-40F3-4280-98ED-B7CC298A1C32}" dt="2026-04-04T00:04:35.876" v="5610" actId="26606"/>
          <ac:grpSpMkLst>
            <pc:docMk/>
            <pc:sldMk cId="90828757" sldId="266"/>
            <ac:grpSpMk id="11" creationId="{AE1C45F0-260A-458C-96ED-C1F6D2151219}"/>
          </ac:grpSpMkLst>
        </pc:grpChg>
        <pc:graphicFrameChg chg="add modGraphic">
          <ac:chgData name="Lianne Hope" userId="be40865d-c2b6-4fd2-8823-c5d9990c0a4c" providerId="ADAL" clId="{01263A71-40F3-4280-98ED-B7CC298A1C32}" dt="2026-04-06T17:42:44.150" v="5843" actId="20577"/>
          <ac:graphicFrameMkLst>
            <pc:docMk/>
            <pc:sldMk cId="90828757" sldId="266"/>
            <ac:graphicFrameMk id="5" creationId="{10700DE0-C447-73A5-66A6-1A8211B9FFC0}"/>
          </ac:graphicFrameMkLst>
        </pc:graphicFrameChg>
        <pc:cxnChg chg="add">
          <ac:chgData name="Lianne Hope" userId="be40865d-c2b6-4fd2-8823-c5d9990c0a4c" providerId="ADAL" clId="{01263A71-40F3-4280-98ED-B7CC298A1C32}" dt="2026-04-04T00:04:35.876" v="5610" actId="26606"/>
          <ac:cxnSpMkLst>
            <pc:docMk/>
            <pc:sldMk cId="90828757" sldId="266"/>
            <ac:cxnSpMk id="18" creationId="{6CF1BAF6-AD41-4082-B212-8A1F9A2E8779}"/>
          </ac:cxnSpMkLst>
        </pc:cxnChg>
      </pc:sldChg>
      <pc:sldChg chg="addSp delSp modSp new mod setBg modNotesTx">
        <pc:chgData name="Lianne Hope" userId="be40865d-c2b6-4fd2-8823-c5d9990c0a4c" providerId="ADAL" clId="{01263A71-40F3-4280-98ED-B7CC298A1C32}" dt="2026-04-13T22:26:47.952" v="7568" actId="20577"/>
        <pc:sldMkLst>
          <pc:docMk/>
          <pc:sldMk cId="3057828100" sldId="270"/>
        </pc:sldMkLst>
        <pc:spChg chg="mod">
          <ac:chgData name="Lianne Hope" userId="be40865d-c2b6-4fd2-8823-c5d9990c0a4c" providerId="ADAL" clId="{01263A71-40F3-4280-98ED-B7CC298A1C32}" dt="2026-04-06T18:16:42.391" v="6174" actId="403"/>
          <ac:spMkLst>
            <pc:docMk/>
            <pc:sldMk cId="3057828100" sldId="270"/>
            <ac:spMk id="2" creationId="{76028D01-1247-2082-815A-F8D54B6371CE}"/>
          </ac:spMkLst>
        </pc:spChg>
        <pc:graphicFrameChg chg="add modGraphic">
          <ac:chgData name="Lianne Hope" userId="be40865d-c2b6-4fd2-8823-c5d9990c0a4c" providerId="ADAL" clId="{01263A71-40F3-4280-98ED-B7CC298A1C32}" dt="2026-04-13T22:26:14.325" v="7500" actId="20577"/>
          <ac:graphicFrameMkLst>
            <pc:docMk/>
            <pc:sldMk cId="3057828100" sldId="270"/>
            <ac:graphicFrameMk id="21" creationId="{F9002F5D-4D31-D0E5-5707-D6860674258A}"/>
          </ac:graphicFrameMkLst>
        </pc:graphicFrameChg>
        <pc:cxnChg chg="add">
          <ac:chgData name="Lianne Hope" userId="be40865d-c2b6-4fd2-8823-c5d9990c0a4c" providerId="ADAL" clId="{01263A71-40F3-4280-98ED-B7CC298A1C32}" dt="2026-04-06T18:16:35.285" v="6172" actId="26606"/>
          <ac:cxnSpMkLst>
            <pc:docMk/>
            <pc:sldMk cId="3057828100" sldId="270"/>
            <ac:cxnSpMk id="24" creationId="{D2C4353C-C927-1758-0BEF-21E9E0D81614}"/>
          </ac:cxnSpMkLst>
        </pc:cxnChg>
      </pc:sldChg>
      <pc:sldChg chg="addSp delSp modSp new mod setBg modNotesTx">
        <pc:chgData name="Lianne Hope" userId="be40865d-c2b6-4fd2-8823-c5d9990c0a4c" providerId="ADAL" clId="{01263A71-40F3-4280-98ED-B7CC298A1C32}" dt="2026-04-13T22:32:03.376" v="7633" actId="20577"/>
        <pc:sldMkLst>
          <pc:docMk/>
          <pc:sldMk cId="3674315157" sldId="271"/>
        </pc:sldMkLst>
        <pc:spChg chg="mod">
          <ac:chgData name="Lianne Hope" userId="be40865d-c2b6-4fd2-8823-c5d9990c0a4c" providerId="ADAL" clId="{01263A71-40F3-4280-98ED-B7CC298A1C32}" dt="2026-04-13T22:31:01.135" v="7578" actId="20577"/>
          <ac:spMkLst>
            <pc:docMk/>
            <pc:sldMk cId="3674315157" sldId="271"/>
            <ac:spMk id="2" creationId="{75CB9E08-ADA6-6A6F-F810-5D2464945040}"/>
          </ac:spMkLst>
        </pc:spChg>
        <pc:spChg chg="mod">
          <ac:chgData name="Lianne Hope" userId="be40865d-c2b6-4fd2-8823-c5d9990c0a4c" providerId="ADAL" clId="{01263A71-40F3-4280-98ED-B7CC298A1C32}" dt="2026-04-13T22:30:50.331" v="7569" actId="20577"/>
          <ac:spMkLst>
            <pc:docMk/>
            <pc:sldMk cId="3674315157" sldId="271"/>
            <ac:spMk id="3" creationId="{D9095029-22CF-9B83-C569-5A5DA0F3032F}"/>
          </ac:spMkLst>
        </pc:spChg>
        <pc:spChg chg="add">
          <ac:chgData name="Lianne Hope" userId="be40865d-c2b6-4fd2-8823-c5d9990c0a4c" providerId="ADAL" clId="{01263A71-40F3-4280-98ED-B7CC298A1C32}" dt="2026-04-06T18:19:19.772" v="6194" actId="26606"/>
          <ac:spMkLst>
            <pc:docMk/>
            <pc:sldMk cId="3674315157" sldId="271"/>
            <ac:spMk id="23" creationId="{081EA652-8C6A-4E69-BEB9-170809474553}"/>
          </ac:spMkLst>
        </pc:spChg>
        <pc:spChg chg="add">
          <ac:chgData name="Lianne Hope" userId="be40865d-c2b6-4fd2-8823-c5d9990c0a4c" providerId="ADAL" clId="{01263A71-40F3-4280-98ED-B7CC298A1C32}" dt="2026-04-06T18:19:19.772" v="6194" actId="26606"/>
          <ac:spMkLst>
            <pc:docMk/>
            <pc:sldMk cId="3674315157" sldId="271"/>
            <ac:spMk id="25" creationId="{5298780A-33B9-4EA2-8F67-DE68AD62841B}"/>
          </ac:spMkLst>
        </pc:spChg>
        <pc:spChg chg="add">
          <ac:chgData name="Lianne Hope" userId="be40865d-c2b6-4fd2-8823-c5d9990c0a4c" providerId="ADAL" clId="{01263A71-40F3-4280-98ED-B7CC298A1C32}" dt="2026-04-06T18:19:19.772" v="6194" actId="26606"/>
          <ac:spMkLst>
            <pc:docMk/>
            <pc:sldMk cId="3674315157" sldId="271"/>
            <ac:spMk id="27" creationId="{7F488E8B-4E1E-4402-8935-D4E6C02615C7}"/>
          </ac:spMkLst>
        </pc:spChg>
      </pc:sldChg>
      <pc:sldChg chg="addSp delSp modSp new mod ord setBg">
        <pc:chgData name="Lianne Hope" userId="be40865d-c2b6-4fd2-8823-c5d9990c0a4c" providerId="ADAL" clId="{01263A71-40F3-4280-98ED-B7CC298A1C32}" dt="2026-04-06T18:17:53.469" v="6193" actId="14100"/>
        <pc:sldMkLst>
          <pc:docMk/>
          <pc:sldMk cId="3681958330" sldId="272"/>
        </pc:sldMkLst>
        <pc:spChg chg="mod">
          <ac:chgData name="Lianne Hope" userId="be40865d-c2b6-4fd2-8823-c5d9990c0a4c" providerId="ADAL" clId="{01263A71-40F3-4280-98ED-B7CC298A1C32}" dt="2026-04-06T18:17:53.469" v="6193" actId="14100"/>
          <ac:spMkLst>
            <pc:docMk/>
            <pc:sldMk cId="3681958330" sldId="272"/>
            <ac:spMk id="2" creationId="{422C790C-D61F-AC66-7CCC-B804462C00DB}"/>
          </ac:spMkLst>
        </pc:spChg>
        <pc:spChg chg="add">
          <ac:chgData name="Lianne Hope" userId="be40865d-c2b6-4fd2-8823-c5d9990c0a4c" providerId="ADAL" clId="{01263A71-40F3-4280-98ED-B7CC298A1C32}" dt="2026-04-06T18:17:30.578" v="6176" actId="26606"/>
          <ac:spMkLst>
            <pc:docMk/>
            <pc:sldMk cId="3681958330" sldId="272"/>
            <ac:spMk id="25" creationId="{A3363022-C969-41E9-8EB2-E4C94908C1FA}"/>
          </ac:spMkLst>
        </pc:spChg>
        <pc:spChg chg="add">
          <ac:chgData name="Lianne Hope" userId="be40865d-c2b6-4fd2-8823-c5d9990c0a4c" providerId="ADAL" clId="{01263A71-40F3-4280-98ED-B7CC298A1C32}" dt="2026-04-06T18:17:30.578" v="6176" actId="26606"/>
          <ac:spMkLst>
            <pc:docMk/>
            <pc:sldMk cId="3681958330" sldId="272"/>
            <ac:spMk id="27" creationId="{8D1AD6B3-BE88-4CEB-BA17-790657CC4729}"/>
          </ac:spMkLst>
        </pc:spChg>
        <pc:picChg chg="add">
          <ac:chgData name="Lianne Hope" userId="be40865d-c2b6-4fd2-8823-c5d9990c0a4c" providerId="ADAL" clId="{01263A71-40F3-4280-98ED-B7CC298A1C32}" dt="2026-04-06T18:17:30.578" v="6176" actId="26606"/>
          <ac:picMkLst>
            <pc:docMk/>
            <pc:sldMk cId="3681958330" sldId="272"/>
            <ac:picMk id="22" creationId="{56299BF0-2B6B-2E93-DB30-9FD8F87BF6DC}"/>
          </ac:picMkLst>
        </pc:picChg>
      </pc:sldChg>
      <pc:sldChg chg="addSp delSp modSp new mod ord setBg modNotesTx">
        <pc:chgData name="Lianne Hope" userId="be40865d-c2b6-4fd2-8823-c5d9990c0a4c" providerId="ADAL" clId="{01263A71-40F3-4280-98ED-B7CC298A1C32}" dt="2026-04-15T00:24:09.550" v="14258" actId="20577"/>
        <pc:sldMkLst>
          <pc:docMk/>
          <pc:sldMk cId="2692044379" sldId="277"/>
        </pc:sldMkLst>
        <pc:spChg chg="mod">
          <ac:chgData name="Lianne Hope" userId="be40865d-c2b6-4fd2-8823-c5d9990c0a4c" providerId="ADAL" clId="{01263A71-40F3-4280-98ED-B7CC298A1C32}" dt="2026-04-04T00:03:09.404" v="5601" actId="26606"/>
          <ac:spMkLst>
            <pc:docMk/>
            <pc:sldMk cId="2692044379" sldId="277"/>
            <ac:spMk id="2" creationId="{DDC2BD45-9564-A6CC-89CC-FF9F522F0F5A}"/>
          </ac:spMkLst>
        </pc:spChg>
        <pc:spChg chg="add mod">
          <ac:chgData name="Lianne Hope" userId="be40865d-c2b6-4fd2-8823-c5d9990c0a4c" providerId="ADAL" clId="{01263A71-40F3-4280-98ED-B7CC298A1C32}" dt="2026-04-04T00:03:09.404" v="5601" actId="26606"/>
          <ac:spMkLst>
            <pc:docMk/>
            <pc:sldMk cId="2692044379" sldId="277"/>
            <ac:spMk id="9" creationId="{9AB6CF88-66E9-305C-0315-2C06C3909958}"/>
          </ac:spMkLst>
        </pc:spChg>
        <pc:spChg chg="add">
          <ac:chgData name="Lianne Hope" userId="be40865d-c2b6-4fd2-8823-c5d9990c0a4c" providerId="ADAL" clId="{01263A71-40F3-4280-98ED-B7CC298A1C32}" dt="2026-04-04T00:03:09.404" v="5601" actId="26606"/>
          <ac:spMkLst>
            <pc:docMk/>
            <pc:sldMk cId="2692044379" sldId="277"/>
            <ac:spMk id="19" creationId="{19D32F93-50AC-4C46-A5DB-291C60DDB7BD}"/>
          </ac:spMkLst>
        </pc:spChg>
        <pc:spChg chg="add">
          <ac:chgData name="Lianne Hope" userId="be40865d-c2b6-4fd2-8823-c5d9990c0a4c" providerId="ADAL" clId="{01263A71-40F3-4280-98ED-B7CC298A1C32}" dt="2026-04-04T00:03:09.404" v="5601" actId="26606"/>
          <ac:spMkLst>
            <pc:docMk/>
            <pc:sldMk cId="2692044379" sldId="277"/>
            <ac:spMk id="21" creationId="{86FD7672-78BE-4D6F-A711-2CDB79B52DFF}"/>
          </ac:spMkLst>
        </pc:spChg>
        <pc:spChg chg="add">
          <ac:chgData name="Lianne Hope" userId="be40865d-c2b6-4fd2-8823-c5d9990c0a4c" providerId="ADAL" clId="{01263A71-40F3-4280-98ED-B7CC298A1C32}" dt="2026-04-04T00:03:09.404" v="5601" actId="26606"/>
          <ac:spMkLst>
            <pc:docMk/>
            <pc:sldMk cId="2692044379" sldId="277"/>
            <ac:spMk id="23" creationId="{827DC2C4-B485-428A-BF4A-472D2967F47F}"/>
          </ac:spMkLst>
        </pc:spChg>
        <pc:spChg chg="add">
          <ac:chgData name="Lianne Hope" userId="be40865d-c2b6-4fd2-8823-c5d9990c0a4c" providerId="ADAL" clId="{01263A71-40F3-4280-98ED-B7CC298A1C32}" dt="2026-04-04T00:03:09.404" v="5601" actId="26606"/>
          <ac:spMkLst>
            <pc:docMk/>
            <pc:sldMk cId="2692044379" sldId="277"/>
            <ac:spMk id="25" creationId="{4A62647B-1222-407C-8740-5A497612B1F5}"/>
          </ac:spMkLst>
        </pc:spChg>
        <pc:picChg chg="add mod ord">
          <ac:chgData name="Lianne Hope" userId="be40865d-c2b6-4fd2-8823-c5d9990c0a4c" providerId="ADAL" clId="{01263A71-40F3-4280-98ED-B7CC298A1C32}" dt="2026-04-06T17:36:46.394" v="5804" actId="14100"/>
          <ac:picMkLst>
            <pc:docMk/>
            <pc:sldMk cId="2692044379" sldId="277"/>
            <ac:picMk id="5" creationId="{282C68AD-FBE9-6785-9A79-65E60FAC039C}"/>
          </ac:picMkLst>
        </pc:picChg>
      </pc:sldChg>
      <pc:sldChg chg="addSp modSp add mod setBg modNotesTx">
        <pc:chgData name="Lianne Hope" userId="be40865d-c2b6-4fd2-8823-c5d9990c0a4c" providerId="ADAL" clId="{01263A71-40F3-4280-98ED-B7CC298A1C32}" dt="2026-04-15T00:21:30.591" v="13987" actId="20577"/>
        <pc:sldMkLst>
          <pc:docMk/>
          <pc:sldMk cId="3323444491" sldId="278"/>
        </pc:sldMkLst>
        <pc:spChg chg="mod">
          <ac:chgData name="Lianne Hope" userId="be40865d-c2b6-4fd2-8823-c5d9990c0a4c" providerId="ADAL" clId="{01263A71-40F3-4280-98ED-B7CC298A1C32}" dt="2026-04-06T17:39:26.468" v="5821" actId="14100"/>
          <ac:spMkLst>
            <pc:docMk/>
            <pc:sldMk cId="3323444491" sldId="278"/>
            <ac:spMk id="2" creationId="{835AD408-9FBE-8280-A677-E4C442CD0105}"/>
          </ac:spMkLst>
        </pc:spChg>
        <pc:spChg chg="mod">
          <ac:chgData name="Lianne Hope" userId="be40865d-c2b6-4fd2-8823-c5d9990c0a4c" providerId="ADAL" clId="{01263A71-40F3-4280-98ED-B7CC298A1C32}" dt="2026-04-06T17:40:09.100" v="5835" actId="20577"/>
          <ac:spMkLst>
            <pc:docMk/>
            <pc:sldMk cId="3323444491" sldId="278"/>
            <ac:spMk id="3" creationId="{7D616B0B-463B-B2BA-9255-BF50D897BE1B}"/>
          </ac:spMkLst>
        </pc:spChg>
        <pc:spChg chg="add">
          <ac:chgData name="Lianne Hope" userId="be40865d-c2b6-4fd2-8823-c5d9990c0a4c" providerId="ADAL" clId="{01263A71-40F3-4280-98ED-B7CC298A1C32}" dt="2026-04-04T00:04:11.189" v="5605" actId="26606"/>
          <ac:spMkLst>
            <pc:docMk/>
            <pc:sldMk cId="3323444491" sldId="278"/>
            <ac:spMk id="8" creationId="{081EA652-8C6A-4E69-BEB9-170809474553}"/>
          </ac:spMkLst>
        </pc:spChg>
        <pc:spChg chg="add">
          <ac:chgData name="Lianne Hope" userId="be40865d-c2b6-4fd2-8823-c5d9990c0a4c" providerId="ADAL" clId="{01263A71-40F3-4280-98ED-B7CC298A1C32}" dt="2026-04-04T00:04:11.189" v="5605" actId="26606"/>
          <ac:spMkLst>
            <pc:docMk/>
            <pc:sldMk cId="3323444491" sldId="278"/>
            <ac:spMk id="10" creationId="{5298780A-33B9-4EA2-8F67-DE68AD62841B}"/>
          </ac:spMkLst>
        </pc:spChg>
        <pc:spChg chg="add">
          <ac:chgData name="Lianne Hope" userId="be40865d-c2b6-4fd2-8823-c5d9990c0a4c" providerId="ADAL" clId="{01263A71-40F3-4280-98ED-B7CC298A1C32}" dt="2026-04-04T00:04:11.189" v="5605" actId="26606"/>
          <ac:spMkLst>
            <pc:docMk/>
            <pc:sldMk cId="3323444491" sldId="278"/>
            <ac:spMk id="12" creationId="{7F488E8B-4E1E-4402-8935-D4E6C02615C7}"/>
          </ac:spMkLst>
        </pc:spChg>
      </pc:sldChg>
      <pc:sldChg chg="addSp modSp add mod setBg modNotesTx">
        <pc:chgData name="Lianne Hope" userId="be40865d-c2b6-4fd2-8823-c5d9990c0a4c" providerId="ADAL" clId="{01263A71-40F3-4280-98ED-B7CC298A1C32}" dt="2026-04-06T17:40:30.880" v="5837" actId="14100"/>
        <pc:sldMkLst>
          <pc:docMk/>
          <pc:sldMk cId="645684899" sldId="279"/>
        </pc:sldMkLst>
        <pc:spChg chg="mod">
          <ac:chgData name="Lianne Hope" userId="be40865d-c2b6-4fd2-8823-c5d9990c0a4c" providerId="ADAL" clId="{01263A71-40F3-4280-98ED-B7CC298A1C32}" dt="2026-04-04T00:04:16.245" v="5606" actId="26606"/>
          <ac:spMkLst>
            <pc:docMk/>
            <pc:sldMk cId="645684899" sldId="279"/>
            <ac:spMk id="2" creationId="{CBE5BBBC-A7BF-9A7B-F1EE-3A015F919046}"/>
          </ac:spMkLst>
        </pc:spChg>
        <pc:spChg chg="mod">
          <ac:chgData name="Lianne Hope" userId="be40865d-c2b6-4fd2-8823-c5d9990c0a4c" providerId="ADAL" clId="{01263A71-40F3-4280-98ED-B7CC298A1C32}" dt="2026-04-06T17:40:30.880" v="5837" actId="14100"/>
          <ac:spMkLst>
            <pc:docMk/>
            <pc:sldMk cId="645684899" sldId="279"/>
            <ac:spMk id="3" creationId="{E99E7519-F21D-0D08-2735-985E8D79F581}"/>
          </ac:spMkLst>
        </pc:spChg>
        <pc:spChg chg="add">
          <ac:chgData name="Lianne Hope" userId="be40865d-c2b6-4fd2-8823-c5d9990c0a4c" providerId="ADAL" clId="{01263A71-40F3-4280-98ED-B7CC298A1C32}" dt="2026-04-04T00:04:16.245" v="5606" actId="26606"/>
          <ac:spMkLst>
            <pc:docMk/>
            <pc:sldMk cId="645684899" sldId="279"/>
            <ac:spMk id="8" creationId="{081EA652-8C6A-4E69-BEB9-170809474553}"/>
          </ac:spMkLst>
        </pc:spChg>
        <pc:spChg chg="add">
          <ac:chgData name="Lianne Hope" userId="be40865d-c2b6-4fd2-8823-c5d9990c0a4c" providerId="ADAL" clId="{01263A71-40F3-4280-98ED-B7CC298A1C32}" dt="2026-04-04T00:04:16.245" v="5606" actId="26606"/>
          <ac:spMkLst>
            <pc:docMk/>
            <pc:sldMk cId="645684899" sldId="279"/>
            <ac:spMk id="10" creationId="{5298780A-33B9-4EA2-8F67-DE68AD62841B}"/>
          </ac:spMkLst>
        </pc:spChg>
        <pc:spChg chg="add">
          <ac:chgData name="Lianne Hope" userId="be40865d-c2b6-4fd2-8823-c5d9990c0a4c" providerId="ADAL" clId="{01263A71-40F3-4280-98ED-B7CC298A1C32}" dt="2026-04-04T00:04:16.245" v="5606" actId="26606"/>
          <ac:spMkLst>
            <pc:docMk/>
            <pc:sldMk cId="645684899" sldId="279"/>
            <ac:spMk id="12" creationId="{7F488E8B-4E1E-4402-8935-D4E6C02615C7}"/>
          </ac:spMkLst>
        </pc:spChg>
      </pc:sldChg>
      <pc:sldChg chg="addSp delSp modSp add mod setBg">
        <pc:chgData name="Lianne Hope" userId="be40865d-c2b6-4fd2-8823-c5d9990c0a4c" providerId="ADAL" clId="{01263A71-40F3-4280-98ED-B7CC298A1C32}" dt="2026-04-04T00:05:09.676" v="5615" actId="26606"/>
        <pc:sldMkLst>
          <pc:docMk/>
          <pc:sldMk cId="854075264" sldId="280"/>
        </pc:sldMkLst>
        <pc:spChg chg="mod">
          <ac:chgData name="Lianne Hope" userId="be40865d-c2b6-4fd2-8823-c5d9990c0a4c" providerId="ADAL" clId="{01263A71-40F3-4280-98ED-B7CC298A1C32}" dt="2026-04-04T00:04:58.824" v="5612" actId="26606"/>
          <ac:spMkLst>
            <pc:docMk/>
            <pc:sldMk cId="854075264" sldId="280"/>
            <ac:spMk id="2" creationId="{B9E5BCE5-7B1B-13BB-8A78-0D0C8584A0D7}"/>
          </ac:spMkLst>
        </pc:spChg>
        <pc:spChg chg="add del">
          <ac:chgData name="Lianne Hope" userId="be40865d-c2b6-4fd2-8823-c5d9990c0a4c" providerId="ADAL" clId="{01263A71-40F3-4280-98ED-B7CC298A1C32}" dt="2026-04-04T00:05:09.676" v="5615" actId="26606"/>
          <ac:spMkLst>
            <pc:docMk/>
            <pc:sldMk cId="854075264" sldId="280"/>
            <ac:spMk id="9" creationId="{56E9B3E6-E277-4D68-BA48-9CB43FFBD6E2}"/>
          </ac:spMkLst>
        </pc:spChg>
        <pc:spChg chg="add del">
          <ac:chgData name="Lianne Hope" userId="be40865d-c2b6-4fd2-8823-c5d9990c0a4c" providerId="ADAL" clId="{01263A71-40F3-4280-98ED-B7CC298A1C32}" dt="2026-04-04T00:05:09.676" v="5615" actId="26606"/>
          <ac:spMkLst>
            <pc:docMk/>
            <pc:sldMk cId="854075264" sldId="280"/>
            <ac:spMk id="16" creationId="{D5B0017B-2ECA-49AF-B397-DC140825DF8D}"/>
          </ac:spMkLst>
        </pc:spChg>
        <pc:grpChg chg="add del">
          <ac:chgData name="Lianne Hope" userId="be40865d-c2b6-4fd2-8823-c5d9990c0a4c" providerId="ADAL" clId="{01263A71-40F3-4280-98ED-B7CC298A1C32}" dt="2026-04-04T00:05:09.676" v="5615" actId="26606"/>
          <ac:grpSpMkLst>
            <pc:docMk/>
            <pc:sldMk cId="854075264" sldId="280"/>
            <ac:grpSpMk id="11" creationId="{AE1C45F0-260A-458C-96ED-C1F6D2151219}"/>
          </ac:grpSpMkLst>
        </pc:grpChg>
        <pc:graphicFrameChg chg="add mod modGraphic">
          <ac:chgData name="Lianne Hope" userId="be40865d-c2b6-4fd2-8823-c5d9990c0a4c" providerId="ADAL" clId="{01263A71-40F3-4280-98ED-B7CC298A1C32}" dt="2026-04-04T00:05:09.676" v="5615" actId="26606"/>
          <ac:graphicFrameMkLst>
            <pc:docMk/>
            <pc:sldMk cId="854075264" sldId="280"/>
            <ac:graphicFrameMk id="5" creationId="{FCC21194-D3D0-CCBB-4073-07391A2F0D4C}"/>
          </ac:graphicFrameMkLst>
        </pc:graphicFrameChg>
        <pc:cxnChg chg="add del">
          <ac:chgData name="Lianne Hope" userId="be40865d-c2b6-4fd2-8823-c5d9990c0a4c" providerId="ADAL" clId="{01263A71-40F3-4280-98ED-B7CC298A1C32}" dt="2026-04-04T00:05:09.676" v="5615" actId="26606"/>
          <ac:cxnSpMkLst>
            <pc:docMk/>
            <pc:sldMk cId="854075264" sldId="280"/>
            <ac:cxnSpMk id="18" creationId="{6CF1BAF6-AD41-4082-B212-8A1F9A2E8779}"/>
          </ac:cxnSpMkLst>
        </pc:cxnChg>
      </pc:sldChg>
    </pc:docChg>
  </pc:docChgLst>
  <pc:docChgLst>
    <pc:chgData name="Lianne Hope" userId="S::lhope@ciis.edu::be40865d-c2b6-4fd2-8823-c5d9990c0a4c" providerId="AD" clId="Web-{765D9150-9D31-1B8B-EAD5-9205C41BC72D}"/>
    <pc:docChg chg="delSld modSld">
      <pc:chgData name="Lianne Hope" userId="S::lhope@ciis.edu::be40865d-c2b6-4fd2-8823-c5d9990c0a4c" providerId="AD" clId="Web-{765D9150-9D31-1B8B-EAD5-9205C41BC72D}" dt="2026-04-09T22:32:12.688" v="13" actId="20577"/>
      <pc:docMkLst>
        <pc:docMk/>
      </pc:docMkLst>
      <pc:sldChg chg="modSp">
        <pc:chgData name="Lianne Hope" userId="S::lhope@ciis.edu::be40865d-c2b6-4fd2-8823-c5d9990c0a4c" providerId="AD" clId="Web-{765D9150-9D31-1B8B-EAD5-9205C41BC72D}" dt="2026-04-09T22:30:33.720" v="5" actId="20577"/>
        <pc:sldMkLst>
          <pc:docMk/>
          <pc:sldMk cId="2802316426" sldId="256"/>
        </pc:sldMkLst>
        <pc:spChg chg="mod">
          <ac:chgData name="Lianne Hope" userId="S::lhope@ciis.edu::be40865d-c2b6-4fd2-8823-c5d9990c0a4c" providerId="AD" clId="Web-{765D9150-9D31-1B8B-EAD5-9205C41BC72D}" dt="2026-04-09T22:30:33.720" v="5" actId="20577"/>
          <ac:spMkLst>
            <pc:docMk/>
            <pc:sldMk cId="2802316426" sldId="256"/>
            <ac:spMk id="3" creationId="{D2426D63-BC66-F237-61FB-6AAE81CEFE90}"/>
          </ac:spMkLst>
        </pc:spChg>
      </pc:sldChg>
      <pc:sldChg chg="modSp">
        <pc:chgData name="Lianne Hope" userId="S::lhope@ciis.edu::be40865d-c2b6-4fd2-8823-c5d9990c0a4c" providerId="AD" clId="Web-{765D9150-9D31-1B8B-EAD5-9205C41BC72D}" dt="2026-04-09T22:30:51.734" v="9"/>
        <pc:sldMkLst>
          <pc:docMk/>
          <pc:sldMk cId="1784730157" sldId="258"/>
        </pc:sldMkLst>
        <pc:graphicFrameChg chg="mod modGraphic">
          <ac:chgData name="Lianne Hope" userId="S::lhope@ciis.edu::be40865d-c2b6-4fd2-8823-c5d9990c0a4c" providerId="AD" clId="Web-{765D9150-9D31-1B8B-EAD5-9205C41BC72D}" dt="2026-04-09T22:30:51.734" v="9"/>
          <ac:graphicFrameMkLst>
            <pc:docMk/>
            <pc:sldMk cId="1784730157" sldId="258"/>
            <ac:graphicFrameMk id="4" creationId="{2B313866-630B-61E5-F5E3-FBB75A4BEC07}"/>
          </ac:graphicFrameMkLst>
        </pc:graphicFrameChg>
      </pc:sldChg>
      <pc:sldChg chg="modSp">
        <pc:chgData name="Lianne Hope" userId="S::lhope@ciis.edu::be40865d-c2b6-4fd2-8823-c5d9990c0a4c" providerId="AD" clId="Web-{765D9150-9D31-1B8B-EAD5-9205C41BC72D}" dt="2026-04-09T22:32:12.688" v="13" actId="20577"/>
        <pc:sldMkLst>
          <pc:docMk/>
          <pc:sldMk cId="3674315157" sldId="271"/>
        </pc:sldMkLst>
        <pc:spChg chg="mod">
          <ac:chgData name="Lianne Hope" userId="S::lhope@ciis.edu::be40865d-c2b6-4fd2-8823-c5d9990c0a4c" providerId="AD" clId="Web-{765D9150-9D31-1B8B-EAD5-9205C41BC72D}" dt="2026-04-09T22:32:12.688" v="13" actId="20577"/>
          <ac:spMkLst>
            <pc:docMk/>
            <pc:sldMk cId="3674315157" sldId="271"/>
            <ac:spMk id="3" creationId="{D9095029-22CF-9B83-C569-5A5DA0F3032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C3F457-F58F-4CC3-97FE-3AFAB1965BB3}"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794313D8-2D8A-4411-AD93-0166C0F0A0CC}">
      <dgm:prSet custT="1"/>
      <dgm:spPr/>
      <dgm:t>
        <a:bodyPr/>
        <a:lstStyle/>
        <a:p>
          <a:r>
            <a:rPr lang="en-US" sz="2800" b="1" dirty="0"/>
            <a:t>OE Manager </a:t>
          </a:r>
          <a:r>
            <a:rPr lang="en-US" sz="2800" dirty="0"/>
            <a:t>works with </a:t>
          </a:r>
        </a:p>
        <a:p>
          <a:r>
            <a:rPr lang="en-US" sz="2800" dirty="0"/>
            <a:t>the academic department lead on all logistical tasks </a:t>
          </a:r>
        </a:p>
      </dgm:t>
    </dgm:pt>
    <dgm:pt modelId="{DCD065E9-C9E4-48CD-8E47-A16CDB2B5F44}" type="parTrans" cxnId="{CC165C5A-5494-48EE-AD65-66C19079417A}">
      <dgm:prSet/>
      <dgm:spPr/>
      <dgm:t>
        <a:bodyPr/>
        <a:lstStyle/>
        <a:p>
          <a:endParaRPr lang="en-US"/>
        </a:p>
      </dgm:t>
    </dgm:pt>
    <dgm:pt modelId="{CC1C80B4-4C1B-48FB-BC8D-D0E2BA34890D}" type="sibTrans" cxnId="{CC165C5A-5494-48EE-AD65-66C19079417A}">
      <dgm:prSet/>
      <dgm:spPr/>
      <dgm:t>
        <a:bodyPr/>
        <a:lstStyle/>
        <a:p>
          <a:endParaRPr lang="en-US"/>
        </a:p>
      </dgm:t>
    </dgm:pt>
    <dgm:pt modelId="{E33ED022-A849-4571-98F9-FA29790B8093}">
      <dgm:prSet custT="1"/>
      <dgm:spPr/>
      <dgm:t>
        <a:bodyPr/>
        <a:lstStyle/>
        <a:p>
          <a:r>
            <a:rPr lang="en-US" sz="2800" b="1" dirty="0"/>
            <a:t>AOS</a:t>
          </a:r>
          <a:r>
            <a:rPr lang="en-US" sz="2800" dirty="0"/>
            <a:t> is secondarily involved in supporting specific tasks</a:t>
          </a:r>
        </a:p>
      </dgm:t>
    </dgm:pt>
    <dgm:pt modelId="{BFD033D8-999E-4233-9396-F3ECDC7B37DC}" type="parTrans" cxnId="{DA302455-EE07-484C-A571-6AD6CA01F144}">
      <dgm:prSet/>
      <dgm:spPr/>
      <dgm:t>
        <a:bodyPr/>
        <a:lstStyle/>
        <a:p>
          <a:endParaRPr lang="en-US"/>
        </a:p>
      </dgm:t>
    </dgm:pt>
    <dgm:pt modelId="{7C961421-F7E6-447D-A61A-807E51B215DD}" type="sibTrans" cxnId="{DA302455-EE07-484C-A571-6AD6CA01F144}">
      <dgm:prSet/>
      <dgm:spPr/>
      <dgm:t>
        <a:bodyPr/>
        <a:lstStyle/>
        <a:p>
          <a:endParaRPr lang="en-US"/>
        </a:p>
      </dgm:t>
    </dgm:pt>
    <dgm:pt modelId="{050A6382-2359-4453-9D1F-BB8EE8A1C632}" type="pres">
      <dgm:prSet presAssocID="{F7C3F457-F58F-4CC3-97FE-3AFAB1965BB3}" presName="hierChild1" presStyleCnt="0">
        <dgm:presLayoutVars>
          <dgm:chPref val="1"/>
          <dgm:dir/>
          <dgm:animOne val="branch"/>
          <dgm:animLvl val="lvl"/>
          <dgm:resizeHandles/>
        </dgm:presLayoutVars>
      </dgm:prSet>
      <dgm:spPr/>
    </dgm:pt>
    <dgm:pt modelId="{E0741294-0AB3-49C4-A91A-3FBEFF76DC45}" type="pres">
      <dgm:prSet presAssocID="{794313D8-2D8A-4411-AD93-0166C0F0A0CC}" presName="hierRoot1" presStyleCnt="0"/>
      <dgm:spPr/>
    </dgm:pt>
    <dgm:pt modelId="{509B3F5F-1AE4-4F7F-A4EE-D03E3A0C2945}" type="pres">
      <dgm:prSet presAssocID="{794313D8-2D8A-4411-AD93-0166C0F0A0CC}" presName="composite" presStyleCnt="0"/>
      <dgm:spPr/>
    </dgm:pt>
    <dgm:pt modelId="{5B0EFB7A-98B8-404B-A997-67863B1B7FD4}" type="pres">
      <dgm:prSet presAssocID="{794313D8-2D8A-4411-AD93-0166C0F0A0CC}" presName="background" presStyleLbl="node0" presStyleIdx="0" presStyleCnt="2"/>
      <dgm:spPr/>
    </dgm:pt>
    <dgm:pt modelId="{1FBB809E-3E5D-48F7-971F-D07202A330EE}" type="pres">
      <dgm:prSet presAssocID="{794313D8-2D8A-4411-AD93-0166C0F0A0CC}" presName="text" presStyleLbl="fgAcc0" presStyleIdx="0" presStyleCnt="2">
        <dgm:presLayoutVars>
          <dgm:chPref val="3"/>
        </dgm:presLayoutVars>
      </dgm:prSet>
      <dgm:spPr/>
    </dgm:pt>
    <dgm:pt modelId="{A146A569-0D93-44C8-987D-02C98308586B}" type="pres">
      <dgm:prSet presAssocID="{794313D8-2D8A-4411-AD93-0166C0F0A0CC}" presName="hierChild2" presStyleCnt="0"/>
      <dgm:spPr/>
    </dgm:pt>
    <dgm:pt modelId="{9E719BB8-3134-4C1F-B2E0-6A2B41897E43}" type="pres">
      <dgm:prSet presAssocID="{E33ED022-A849-4571-98F9-FA29790B8093}" presName="hierRoot1" presStyleCnt="0"/>
      <dgm:spPr/>
    </dgm:pt>
    <dgm:pt modelId="{7710A25E-79F1-489E-9E35-B2A4B7F4D4FA}" type="pres">
      <dgm:prSet presAssocID="{E33ED022-A849-4571-98F9-FA29790B8093}" presName="composite" presStyleCnt="0"/>
      <dgm:spPr/>
    </dgm:pt>
    <dgm:pt modelId="{FB9ABFAE-5AF5-4543-A1BC-D91FBB93CB5F}" type="pres">
      <dgm:prSet presAssocID="{E33ED022-A849-4571-98F9-FA29790B8093}" presName="background" presStyleLbl="node0" presStyleIdx="1" presStyleCnt="2"/>
      <dgm:spPr/>
    </dgm:pt>
    <dgm:pt modelId="{C078B30D-0256-4AEC-A7D3-EF799FDB4973}" type="pres">
      <dgm:prSet presAssocID="{E33ED022-A849-4571-98F9-FA29790B8093}" presName="text" presStyleLbl="fgAcc0" presStyleIdx="1" presStyleCnt="2">
        <dgm:presLayoutVars>
          <dgm:chPref val="3"/>
        </dgm:presLayoutVars>
      </dgm:prSet>
      <dgm:spPr/>
    </dgm:pt>
    <dgm:pt modelId="{3DB958BD-7E62-4350-BDC9-D88E3B6A22C1}" type="pres">
      <dgm:prSet presAssocID="{E33ED022-A849-4571-98F9-FA29790B8093}" presName="hierChild2" presStyleCnt="0"/>
      <dgm:spPr/>
    </dgm:pt>
  </dgm:ptLst>
  <dgm:cxnLst>
    <dgm:cxn modelId="{4D5F142B-5BC7-4914-95C4-1E35C9B0B46C}" type="presOf" srcId="{F7C3F457-F58F-4CC3-97FE-3AFAB1965BB3}" destId="{050A6382-2359-4453-9D1F-BB8EE8A1C632}" srcOrd="0" destOrd="0" presId="urn:microsoft.com/office/officeart/2005/8/layout/hierarchy1"/>
    <dgm:cxn modelId="{69FFF846-0F8F-42BB-A8B4-DF3C17BE8392}" type="presOf" srcId="{E33ED022-A849-4571-98F9-FA29790B8093}" destId="{C078B30D-0256-4AEC-A7D3-EF799FDB4973}" srcOrd="0" destOrd="0" presId="urn:microsoft.com/office/officeart/2005/8/layout/hierarchy1"/>
    <dgm:cxn modelId="{DA302455-EE07-484C-A571-6AD6CA01F144}" srcId="{F7C3F457-F58F-4CC3-97FE-3AFAB1965BB3}" destId="{E33ED022-A849-4571-98F9-FA29790B8093}" srcOrd="1" destOrd="0" parTransId="{BFD033D8-999E-4233-9396-F3ECDC7B37DC}" sibTransId="{7C961421-F7E6-447D-A61A-807E51B215DD}"/>
    <dgm:cxn modelId="{CC165C5A-5494-48EE-AD65-66C19079417A}" srcId="{F7C3F457-F58F-4CC3-97FE-3AFAB1965BB3}" destId="{794313D8-2D8A-4411-AD93-0166C0F0A0CC}" srcOrd="0" destOrd="0" parTransId="{DCD065E9-C9E4-48CD-8E47-A16CDB2B5F44}" sibTransId="{CC1C80B4-4C1B-48FB-BC8D-D0E2BA34890D}"/>
    <dgm:cxn modelId="{A132AACD-91CE-49CF-8BA9-8E2726FDA5CB}" type="presOf" srcId="{794313D8-2D8A-4411-AD93-0166C0F0A0CC}" destId="{1FBB809E-3E5D-48F7-971F-D07202A330EE}" srcOrd="0" destOrd="0" presId="urn:microsoft.com/office/officeart/2005/8/layout/hierarchy1"/>
    <dgm:cxn modelId="{120CDDD5-32DB-48C7-86D8-11966A29414C}" type="presParOf" srcId="{050A6382-2359-4453-9D1F-BB8EE8A1C632}" destId="{E0741294-0AB3-49C4-A91A-3FBEFF76DC45}" srcOrd="0" destOrd="0" presId="urn:microsoft.com/office/officeart/2005/8/layout/hierarchy1"/>
    <dgm:cxn modelId="{0BFE98A4-6CCD-4DC7-90DB-8081131C6DE1}" type="presParOf" srcId="{E0741294-0AB3-49C4-A91A-3FBEFF76DC45}" destId="{509B3F5F-1AE4-4F7F-A4EE-D03E3A0C2945}" srcOrd="0" destOrd="0" presId="urn:microsoft.com/office/officeart/2005/8/layout/hierarchy1"/>
    <dgm:cxn modelId="{316CBB1F-410B-49B6-9D89-50DF24DED863}" type="presParOf" srcId="{509B3F5F-1AE4-4F7F-A4EE-D03E3A0C2945}" destId="{5B0EFB7A-98B8-404B-A997-67863B1B7FD4}" srcOrd="0" destOrd="0" presId="urn:microsoft.com/office/officeart/2005/8/layout/hierarchy1"/>
    <dgm:cxn modelId="{32DC29B3-C124-4E0E-819E-BC1F74B641BE}" type="presParOf" srcId="{509B3F5F-1AE4-4F7F-A4EE-D03E3A0C2945}" destId="{1FBB809E-3E5D-48F7-971F-D07202A330EE}" srcOrd="1" destOrd="0" presId="urn:microsoft.com/office/officeart/2005/8/layout/hierarchy1"/>
    <dgm:cxn modelId="{C70D122F-228B-4FB2-8181-61BBDB3D3358}" type="presParOf" srcId="{E0741294-0AB3-49C4-A91A-3FBEFF76DC45}" destId="{A146A569-0D93-44C8-987D-02C98308586B}" srcOrd="1" destOrd="0" presId="urn:microsoft.com/office/officeart/2005/8/layout/hierarchy1"/>
    <dgm:cxn modelId="{5B7C8B5F-B2AF-462F-AE6F-145CF6A71971}" type="presParOf" srcId="{050A6382-2359-4453-9D1F-BB8EE8A1C632}" destId="{9E719BB8-3134-4C1F-B2E0-6A2B41897E43}" srcOrd="1" destOrd="0" presId="urn:microsoft.com/office/officeart/2005/8/layout/hierarchy1"/>
    <dgm:cxn modelId="{35BB4FDC-D8C1-41B3-AB0E-0239C412AA28}" type="presParOf" srcId="{9E719BB8-3134-4C1F-B2E0-6A2B41897E43}" destId="{7710A25E-79F1-489E-9E35-B2A4B7F4D4FA}" srcOrd="0" destOrd="0" presId="urn:microsoft.com/office/officeart/2005/8/layout/hierarchy1"/>
    <dgm:cxn modelId="{CC2FA69B-31FD-4A78-82F9-F2DEB7EEC9DC}" type="presParOf" srcId="{7710A25E-79F1-489E-9E35-B2A4B7F4D4FA}" destId="{FB9ABFAE-5AF5-4543-A1BC-D91FBB93CB5F}" srcOrd="0" destOrd="0" presId="urn:microsoft.com/office/officeart/2005/8/layout/hierarchy1"/>
    <dgm:cxn modelId="{76EFC08E-661D-4D9A-9289-D80D52724A08}" type="presParOf" srcId="{7710A25E-79F1-489E-9E35-B2A4B7F4D4FA}" destId="{C078B30D-0256-4AEC-A7D3-EF799FDB4973}" srcOrd="1" destOrd="0" presId="urn:microsoft.com/office/officeart/2005/8/layout/hierarchy1"/>
    <dgm:cxn modelId="{6C9B547E-8021-47C1-8271-A725BAABEDB7}" type="presParOf" srcId="{9E719BB8-3134-4C1F-B2E0-6A2B41897E43}" destId="{3DB958BD-7E62-4350-BDC9-D88E3B6A22C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609EC3-E49F-454F-A65D-1EE6FB01081A}" type="doc">
      <dgm:prSet loTypeId="urn:microsoft.com/office/officeart/2005/8/layout/hierarchy1" loCatId="hierarchy" qsTypeId="urn:microsoft.com/office/officeart/2005/8/quickstyle/simple1" qsCatId="simple" csTypeId="urn:microsoft.com/office/officeart/2005/8/colors/accent4_2" csCatId="accent4" phldr="1"/>
      <dgm:spPr/>
      <dgm:t>
        <a:bodyPr/>
        <a:lstStyle/>
        <a:p>
          <a:endParaRPr lang="en-US"/>
        </a:p>
      </dgm:t>
    </dgm:pt>
    <dgm:pt modelId="{2EC7EF9A-FF26-455A-8DAB-C91B22CFEF86}">
      <dgm:prSet/>
      <dgm:spPr/>
      <dgm:t>
        <a:bodyPr/>
        <a:lstStyle/>
        <a:p>
          <a:r>
            <a:rPr lang="en-US" b="1"/>
            <a:t>AOS </a:t>
          </a:r>
          <a:r>
            <a:rPr lang="en-US"/>
            <a:t>works with the academic department lead on all logistical tasks </a:t>
          </a:r>
        </a:p>
      </dgm:t>
    </dgm:pt>
    <dgm:pt modelId="{34A9A896-9862-4CA6-80F1-A0476F923910}" type="parTrans" cxnId="{A54D72ED-6960-4523-A418-B8D340F68A8D}">
      <dgm:prSet/>
      <dgm:spPr/>
      <dgm:t>
        <a:bodyPr/>
        <a:lstStyle/>
        <a:p>
          <a:endParaRPr lang="en-US"/>
        </a:p>
      </dgm:t>
    </dgm:pt>
    <dgm:pt modelId="{D289F087-C3DF-45E0-9A2F-09DD87CEE473}" type="sibTrans" cxnId="{A54D72ED-6960-4523-A418-B8D340F68A8D}">
      <dgm:prSet/>
      <dgm:spPr/>
      <dgm:t>
        <a:bodyPr/>
        <a:lstStyle/>
        <a:p>
          <a:endParaRPr lang="en-US"/>
        </a:p>
      </dgm:t>
    </dgm:pt>
    <dgm:pt modelId="{233B5498-F7E4-4459-BB21-2AD5EA6DFE62}">
      <dgm:prSet/>
      <dgm:spPr/>
      <dgm:t>
        <a:bodyPr/>
        <a:lstStyle/>
        <a:p>
          <a:r>
            <a:rPr lang="en-US" b="1" dirty="0"/>
            <a:t>Student Worker</a:t>
          </a:r>
          <a:r>
            <a:rPr lang="en-US" dirty="0"/>
            <a:t> is secondarily involved in supporting specific tasks</a:t>
          </a:r>
        </a:p>
      </dgm:t>
    </dgm:pt>
    <dgm:pt modelId="{CF4C39CE-FFA2-4C3E-9590-E87ABB9FB3E3}" type="parTrans" cxnId="{D14619A6-E97E-4F6F-A098-2B30EC7D0502}">
      <dgm:prSet/>
      <dgm:spPr/>
      <dgm:t>
        <a:bodyPr/>
        <a:lstStyle/>
        <a:p>
          <a:endParaRPr lang="en-US"/>
        </a:p>
      </dgm:t>
    </dgm:pt>
    <dgm:pt modelId="{F8335207-9641-4410-A62E-A89760896668}" type="sibTrans" cxnId="{D14619A6-E97E-4F6F-A098-2B30EC7D0502}">
      <dgm:prSet/>
      <dgm:spPr/>
      <dgm:t>
        <a:bodyPr/>
        <a:lstStyle/>
        <a:p>
          <a:endParaRPr lang="en-US"/>
        </a:p>
      </dgm:t>
    </dgm:pt>
    <dgm:pt modelId="{F29B3EB5-2B3E-4645-8557-92F0458A139E}" type="pres">
      <dgm:prSet presAssocID="{52609EC3-E49F-454F-A65D-1EE6FB01081A}" presName="hierChild1" presStyleCnt="0">
        <dgm:presLayoutVars>
          <dgm:chPref val="1"/>
          <dgm:dir/>
          <dgm:animOne val="branch"/>
          <dgm:animLvl val="lvl"/>
          <dgm:resizeHandles/>
        </dgm:presLayoutVars>
      </dgm:prSet>
      <dgm:spPr/>
    </dgm:pt>
    <dgm:pt modelId="{59A2A745-0D80-4DD9-9A88-27256E6CCAB5}" type="pres">
      <dgm:prSet presAssocID="{2EC7EF9A-FF26-455A-8DAB-C91B22CFEF86}" presName="hierRoot1" presStyleCnt="0"/>
      <dgm:spPr/>
    </dgm:pt>
    <dgm:pt modelId="{8F104C29-3462-443C-A0BB-D936899059FA}" type="pres">
      <dgm:prSet presAssocID="{2EC7EF9A-FF26-455A-8DAB-C91B22CFEF86}" presName="composite" presStyleCnt="0"/>
      <dgm:spPr/>
    </dgm:pt>
    <dgm:pt modelId="{F7213115-DDEE-4543-917A-D9C9A6F4E089}" type="pres">
      <dgm:prSet presAssocID="{2EC7EF9A-FF26-455A-8DAB-C91B22CFEF86}" presName="background" presStyleLbl="node0" presStyleIdx="0" presStyleCnt="2"/>
      <dgm:spPr/>
    </dgm:pt>
    <dgm:pt modelId="{F8CBFFF9-6410-4690-945B-A60D5F8BA15B}" type="pres">
      <dgm:prSet presAssocID="{2EC7EF9A-FF26-455A-8DAB-C91B22CFEF86}" presName="text" presStyleLbl="fgAcc0" presStyleIdx="0" presStyleCnt="2">
        <dgm:presLayoutVars>
          <dgm:chPref val="3"/>
        </dgm:presLayoutVars>
      </dgm:prSet>
      <dgm:spPr/>
    </dgm:pt>
    <dgm:pt modelId="{8A334E5C-386C-4043-AA1A-57776C137409}" type="pres">
      <dgm:prSet presAssocID="{2EC7EF9A-FF26-455A-8DAB-C91B22CFEF86}" presName="hierChild2" presStyleCnt="0"/>
      <dgm:spPr/>
    </dgm:pt>
    <dgm:pt modelId="{9734133B-F9FA-42CD-BBA8-21CCF4D39346}" type="pres">
      <dgm:prSet presAssocID="{233B5498-F7E4-4459-BB21-2AD5EA6DFE62}" presName="hierRoot1" presStyleCnt="0"/>
      <dgm:spPr/>
    </dgm:pt>
    <dgm:pt modelId="{3D6B923F-B5D2-47B4-B8A0-4FE2B98709B0}" type="pres">
      <dgm:prSet presAssocID="{233B5498-F7E4-4459-BB21-2AD5EA6DFE62}" presName="composite" presStyleCnt="0"/>
      <dgm:spPr/>
    </dgm:pt>
    <dgm:pt modelId="{F32FCA09-424F-4CF9-8173-0637EF76F29B}" type="pres">
      <dgm:prSet presAssocID="{233B5498-F7E4-4459-BB21-2AD5EA6DFE62}" presName="background" presStyleLbl="node0" presStyleIdx="1" presStyleCnt="2"/>
      <dgm:spPr/>
    </dgm:pt>
    <dgm:pt modelId="{3A445B43-0D1E-4CCC-AEE1-A8D7A205CFA4}" type="pres">
      <dgm:prSet presAssocID="{233B5498-F7E4-4459-BB21-2AD5EA6DFE62}" presName="text" presStyleLbl="fgAcc0" presStyleIdx="1" presStyleCnt="2">
        <dgm:presLayoutVars>
          <dgm:chPref val="3"/>
        </dgm:presLayoutVars>
      </dgm:prSet>
      <dgm:spPr/>
    </dgm:pt>
    <dgm:pt modelId="{529CFF1D-9D1E-4B62-9270-4C51CF56510A}" type="pres">
      <dgm:prSet presAssocID="{233B5498-F7E4-4459-BB21-2AD5EA6DFE62}" presName="hierChild2" presStyleCnt="0"/>
      <dgm:spPr/>
    </dgm:pt>
  </dgm:ptLst>
  <dgm:cxnLst>
    <dgm:cxn modelId="{7E1DF421-6BFF-4B96-B3D4-37F4412ECB75}" type="presOf" srcId="{2EC7EF9A-FF26-455A-8DAB-C91B22CFEF86}" destId="{F8CBFFF9-6410-4690-945B-A60D5F8BA15B}" srcOrd="0" destOrd="0" presId="urn:microsoft.com/office/officeart/2005/8/layout/hierarchy1"/>
    <dgm:cxn modelId="{BBC6F371-CBEA-455F-BD82-1BB352DB4D77}" type="presOf" srcId="{233B5498-F7E4-4459-BB21-2AD5EA6DFE62}" destId="{3A445B43-0D1E-4CCC-AEE1-A8D7A205CFA4}" srcOrd="0" destOrd="0" presId="urn:microsoft.com/office/officeart/2005/8/layout/hierarchy1"/>
    <dgm:cxn modelId="{D14619A6-E97E-4F6F-A098-2B30EC7D0502}" srcId="{52609EC3-E49F-454F-A65D-1EE6FB01081A}" destId="{233B5498-F7E4-4459-BB21-2AD5EA6DFE62}" srcOrd="1" destOrd="0" parTransId="{CF4C39CE-FFA2-4C3E-9590-E87ABB9FB3E3}" sibTransId="{F8335207-9641-4410-A62E-A89760896668}"/>
    <dgm:cxn modelId="{981C88D0-463A-49F3-AEDC-61EB530FF1AA}" type="presOf" srcId="{52609EC3-E49F-454F-A65D-1EE6FB01081A}" destId="{F29B3EB5-2B3E-4645-8557-92F0458A139E}" srcOrd="0" destOrd="0" presId="urn:microsoft.com/office/officeart/2005/8/layout/hierarchy1"/>
    <dgm:cxn modelId="{A54D72ED-6960-4523-A418-B8D340F68A8D}" srcId="{52609EC3-E49F-454F-A65D-1EE6FB01081A}" destId="{2EC7EF9A-FF26-455A-8DAB-C91B22CFEF86}" srcOrd="0" destOrd="0" parTransId="{34A9A896-9862-4CA6-80F1-A0476F923910}" sibTransId="{D289F087-C3DF-45E0-9A2F-09DD87CEE473}"/>
    <dgm:cxn modelId="{4F75FEBE-B2B8-4BC5-91CE-C89E299F2B59}" type="presParOf" srcId="{F29B3EB5-2B3E-4645-8557-92F0458A139E}" destId="{59A2A745-0D80-4DD9-9A88-27256E6CCAB5}" srcOrd="0" destOrd="0" presId="urn:microsoft.com/office/officeart/2005/8/layout/hierarchy1"/>
    <dgm:cxn modelId="{8E7B32E2-F702-4273-946A-E7A48FA59F82}" type="presParOf" srcId="{59A2A745-0D80-4DD9-9A88-27256E6CCAB5}" destId="{8F104C29-3462-443C-A0BB-D936899059FA}" srcOrd="0" destOrd="0" presId="urn:microsoft.com/office/officeart/2005/8/layout/hierarchy1"/>
    <dgm:cxn modelId="{DA393FD4-921D-4C29-BA57-FA2C756D3DC8}" type="presParOf" srcId="{8F104C29-3462-443C-A0BB-D936899059FA}" destId="{F7213115-DDEE-4543-917A-D9C9A6F4E089}" srcOrd="0" destOrd="0" presId="urn:microsoft.com/office/officeart/2005/8/layout/hierarchy1"/>
    <dgm:cxn modelId="{6962E974-F862-4650-B426-D8483ED0AAC7}" type="presParOf" srcId="{8F104C29-3462-443C-A0BB-D936899059FA}" destId="{F8CBFFF9-6410-4690-945B-A60D5F8BA15B}" srcOrd="1" destOrd="0" presId="urn:microsoft.com/office/officeart/2005/8/layout/hierarchy1"/>
    <dgm:cxn modelId="{E5249122-9D38-4B7B-9FED-711BACBF0644}" type="presParOf" srcId="{59A2A745-0D80-4DD9-9A88-27256E6CCAB5}" destId="{8A334E5C-386C-4043-AA1A-57776C137409}" srcOrd="1" destOrd="0" presId="urn:microsoft.com/office/officeart/2005/8/layout/hierarchy1"/>
    <dgm:cxn modelId="{1940F2CE-8DAA-4A04-A5BC-E035FD406247}" type="presParOf" srcId="{F29B3EB5-2B3E-4645-8557-92F0458A139E}" destId="{9734133B-F9FA-42CD-BBA8-21CCF4D39346}" srcOrd="1" destOrd="0" presId="urn:microsoft.com/office/officeart/2005/8/layout/hierarchy1"/>
    <dgm:cxn modelId="{29221208-C92C-4E4F-9788-BE76A04DFBD0}" type="presParOf" srcId="{9734133B-F9FA-42CD-BBA8-21CCF4D39346}" destId="{3D6B923F-B5D2-47B4-B8A0-4FE2B98709B0}" srcOrd="0" destOrd="0" presId="urn:microsoft.com/office/officeart/2005/8/layout/hierarchy1"/>
    <dgm:cxn modelId="{C5EEAD18-F5DA-484B-A047-465F0BC6D945}" type="presParOf" srcId="{3D6B923F-B5D2-47B4-B8A0-4FE2B98709B0}" destId="{F32FCA09-424F-4CF9-8173-0637EF76F29B}" srcOrd="0" destOrd="0" presId="urn:microsoft.com/office/officeart/2005/8/layout/hierarchy1"/>
    <dgm:cxn modelId="{54983D01-7340-4F8C-BADB-B22F0C715EF6}" type="presParOf" srcId="{3D6B923F-B5D2-47B4-B8A0-4FE2B98709B0}" destId="{3A445B43-0D1E-4CCC-AEE1-A8D7A205CFA4}" srcOrd="1" destOrd="0" presId="urn:microsoft.com/office/officeart/2005/8/layout/hierarchy1"/>
    <dgm:cxn modelId="{1F0B26D4-491B-4BE8-BA97-54191F981362}" type="presParOf" srcId="{9734133B-F9FA-42CD-BBA8-21CCF4D39346}" destId="{529CFF1D-9D1E-4B62-9270-4C51CF56510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0EFB7A-98B8-404B-A997-67863B1B7FD4}">
      <dsp:nvSpPr>
        <dsp:cNvPr id="0" name=""/>
        <dsp:cNvSpPr/>
      </dsp:nvSpPr>
      <dsp:spPr>
        <a:xfrm>
          <a:off x="134291"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BB809E-3E5D-48F7-971F-D07202A330EE}">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OE Manager </a:t>
          </a:r>
          <a:r>
            <a:rPr lang="en-US" sz="2800" kern="1200" dirty="0"/>
            <a:t>works with </a:t>
          </a:r>
        </a:p>
        <a:p>
          <a:pPr marL="0" lvl="0" indent="0" algn="ctr" defTabSz="1244600">
            <a:lnSpc>
              <a:spcPct val="90000"/>
            </a:lnSpc>
            <a:spcBef>
              <a:spcPct val="0"/>
            </a:spcBef>
            <a:spcAft>
              <a:spcPct val="35000"/>
            </a:spcAft>
            <a:buNone/>
          </a:pPr>
          <a:r>
            <a:rPr lang="en-US" sz="2800" kern="1200" dirty="0"/>
            <a:t>the academic department lead on all logistical tasks </a:t>
          </a:r>
        </a:p>
      </dsp:txBody>
      <dsp:txXfrm>
        <a:off x="696297" y="538547"/>
        <a:ext cx="4171627" cy="2590157"/>
      </dsp:txXfrm>
    </dsp:sp>
    <dsp:sp modelId="{FB9ABFAE-5AF5-4543-A1BC-D91FBB93CB5F}">
      <dsp:nvSpPr>
        <dsp:cNvPr id="0" name=""/>
        <dsp:cNvSpPr/>
      </dsp:nvSpPr>
      <dsp:spPr>
        <a:xfrm>
          <a:off x="5429930" y="612"/>
          <a:ext cx="4332795" cy="275132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78B30D-0256-4AEC-A7D3-EF799FDB4973}">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AOS</a:t>
          </a:r>
          <a:r>
            <a:rPr lang="en-US" sz="2800" kern="1200" dirty="0"/>
            <a:t> is secondarily involved in supporting specific tasks</a:t>
          </a:r>
        </a:p>
      </dsp:txBody>
      <dsp:txXfrm>
        <a:off x="5991936" y="538547"/>
        <a:ext cx="4171627" cy="25901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213115-DDEE-4543-917A-D9C9A6F4E089}">
      <dsp:nvSpPr>
        <dsp:cNvPr id="0" name=""/>
        <dsp:cNvSpPr/>
      </dsp:nvSpPr>
      <dsp:spPr>
        <a:xfrm>
          <a:off x="134291" y="612"/>
          <a:ext cx="4332795" cy="275132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CBFFF9-6410-4690-945B-A60D5F8BA15B}">
      <dsp:nvSpPr>
        <dsp:cNvPr id="0" name=""/>
        <dsp:cNvSpPr/>
      </dsp:nvSpPr>
      <dsp:spPr>
        <a:xfrm>
          <a:off x="615713"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t>AOS </a:t>
          </a:r>
          <a:r>
            <a:rPr lang="en-US" sz="2900" kern="1200"/>
            <a:t>works with the academic department lead on all logistical tasks </a:t>
          </a:r>
        </a:p>
      </dsp:txBody>
      <dsp:txXfrm>
        <a:off x="696297" y="538547"/>
        <a:ext cx="4171627" cy="2590157"/>
      </dsp:txXfrm>
    </dsp:sp>
    <dsp:sp modelId="{F32FCA09-424F-4CF9-8173-0637EF76F29B}">
      <dsp:nvSpPr>
        <dsp:cNvPr id="0" name=""/>
        <dsp:cNvSpPr/>
      </dsp:nvSpPr>
      <dsp:spPr>
        <a:xfrm>
          <a:off x="5429930" y="612"/>
          <a:ext cx="4332795" cy="275132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445B43-0D1E-4CCC-AEE1-A8D7A205CFA4}">
      <dsp:nvSpPr>
        <dsp:cNvPr id="0" name=""/>
        <dsp:cNvSpPr/>
      </dsp:nvSpPr>
      <dsp:spPr>
        <a:xfrm>
          <a:off x="5911352" y="457963"/>
          <a:ext cx="4332795" cy="2751325"/>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dirty="0"/>
            <a:t>Student Worker</a:t>
          </a:r>
          <a:r>
            <a:rPr lang="en-US" sz="2900" kern="1200" dirty="0"/>
            <a:t> is secondarily involved in supporting specific tasks</a:t>
          </a:r>
        </a:p>
      </dsp:txBody>
      <dsp:txXfrm>
        <a:off x="5991936" y="538547"/>
        <a:ext cx="4171627" cy="25901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72CEF-21CE-440F-BC55-C3E20EB1089F}"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F578AA-6B69-478A-AC7D-5B8621BE2D67}" type="slidenum">
              <a:rPr lang="en-US" smtClean="0"/>
              <a:t>‹#›</a:t>
            </a:fld>
            <a:endParaRPr lang="en-US"/>
          </a:p>
        </p:txBody>
      </p:sp>
    </p:spTree>
    <p:extLst>
      <p:ext uri="{BB962C8B-B14F-4D97-AF65-F5344CB8AC3E}">
        <p14:creationId xmlns:p14="http://schemas.microsoft.com/office/powerpoint/2010/main" val="465108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mailto:events@ciis.edu"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ciisedu.sharepoint.com/:w:/r/sites/AcademicAdmin/Procedures/Course%20Planning/Setting%20the%20Days,%20Times,%20and%20Locations%20for%20Synchronous%20Courses.docx?d=we22e965db0324dc78275aea4f680037f&amp;csf=1&amp;web=1&amp;e=TkPuQP" TargetMode="External"/><Relationship Id="rId4" Type="http://schemas.openxmlformats.org/officeDocument/2006/relationships/hyperlink" Target="https://ciisedu.sharepoint.com/sites/AcademicAdmin/_layouts/15/stream.aspx?id=%2Fsites%2FAcademicAdmin%2FShared+Documents%2FOnboarding+and+Trainings%2FMazevo+Training+7.22.25.mp4&amp;startedResponseCatch=true&amp;referrer=StreamWebApp.Web&amp;referrerScenario=AddressBarCopied.view.5d41524a-d1c2-4be6-8cd3-5c389046d90f"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ciisedu.sharepoint.com/:w:/r/sites/AcademicAdmin/Procedures/Intensives,%20Retreats,%20Events/Templates%20and%20Tutorials/Non%20Course%20Events/Event%20Planning%20Checklist.docx?d=wc749314017884e44bfb56cafd05bf6c7&amp;csf=1&amp;web=1&amp;e=UmcODo"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1</a:t>
            </a:fld>
            <a:endParaRPr lang="en-US"/>
          </a:p>
        </p:txBody>
      </p:sp>
    </p:spTree>
    <p:extLst>
      <p:ext uri="{BB962C8B-B14F-4D97-AF65-F5344CB8AC3E}">
        <p14:creationId xmlns:p14="http://schemas.microsoft.com/office/powerpoint/2010/main" val="2474536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procedure applied to non course related events that are proposed by academic departments regardless of size, format, or budget.  This procedure excludes retreats and intensives, as well as events proposed by non-academic departments.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Planning can involve the collaboration of multiple departments including the Office of Events (OE), Academic Administration Department (AAD), and academic departments. </a:t>
            </a:r>
          </a:p>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2</a:t>
            </a:fld>
            <a:endParaRPr lang="en-US"/>
          </a:p>
        </p:txBody>
      </p:sp>
    </p:spTree>
    <p:extLst>
      <p:ext uri="{BB962C8B-B14F-4D97-AF65-F5344CB8AC3E}">
        <p14:creationId xmlns:p14="http://schemas.microsoft.com/office/powerpoint/2010/main" val="1864436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made a distinction between three types of events: large, medium, and small.  Reason for making this distinction is primarily to think about which office will be handling which types of event.  So as you can see here, large events will be handled by Office of Events (state bullets).  Medium and small events planned by AAD (state bullets).</a:t>
            </a:r>
          </a:p>
        </p:txBody>
      </p:sp>
      <p:sp>
        <p:nvSpPr>
          <p:cNvPr id="4" name="Slide Number Placeholder 3"/>
          <p:cNvSpPr>
            <a:spLocks noGrp="1"/>
          </p:cNvSpPr>
          <p:nvPr>
            <p:ph type="sldNum" sz="quarter" idx="5"/>
          </p:nvPr>
        </p:nvSpPr>
        <p:spPr/>
        <p:txBody>
          <a:bodyPr/>
          <a:lstStyle/>
          <a:p>
            <a:fld id="{75F578AA-6B69-478A-AC7D-5B8621BE2D67}" type="slidenum">
              <a:rPr lang="en-US" smtClean="0"/>
              <a:t>3</a:t>
            </a:fld>
            <a:endParaRPr lang="en-US"/>
          </a:p>
        </p:txBody>
      </p:sp>
    </p:spTree>
    <p:extLst>
      <p:ext uri="{BB962C8B-B14F-4D97-AF65-F5344CB8AC3E}">
        <p14:creationId xmlns:p14="http://schemas.microsoft.com/office/powerpoint/2010/main" val="199184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Every event should have an academic department lead such as a Chair or faculty member who plans the event in collaboration with OE or AAD.  This person typically is in charge of (read bullets)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As mentioned, every event will be assigned to an OE Manager or AOS who manages all logistics including (read bullets)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events overseen by AAD, we have often have student workers who help us with specific tasks such as (read bullets)</a:t>
            </a:r>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4</a:t>
            </a:fld>
            <a:endParaRPr lang="en-US"/>
          </a:p>
        </p:txBody>
      </p:sp>
    </p:spTree>
    <p:extLst>
      <p:ext uri="{BB962C8B-B14F-4D97-AF65-F5344CB8AC3E}">
        <p14:creationId xmlns:p14="http://schemas.microsoft.com/office/powerpoint/2010/main" val="3443795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different approvers and submission deadlines based on the size of the event.  </a:t>
            </a:r>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5</a:t>
            </a:fld>
            <a:endParaRPr lang="en-US"/>
          </a:p>
        </p:txBody>
      </p:sp>
    </p:spTree>
    <p:extLst>
      <p:ext uri="{BB962C8B-B14F-4D97-AF65-F5344CB8AC3E}">
        <p14:creationId xmlns:p14="http://schemas.microsoft.com/office/powerpoint/2010/main" val="4110084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For large events, we’d like folks to get in the mindset of planning around 1 year in advance.  The reason for that is because most large events will have a budget.  That budget line is negotiated in the fall of the previous fiscal year.  By ideating your event one year in advance, it will ensure you have the appropriate budget amount set aside for the event.  Each year, I will be sending an email out to Chairs in the fall to remind them to submit their large event requests for the following fiscal year and to include the event budget amount when doing budget planning with Michelle Eng.</a:t>
            </a:r>
          </a:p>
          <a:p>
            <a:pPr rtl="0" fontAlgn="base"/>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There are three needed approvals for large events:</a:t>
            </a:r>
          </a:p>
          <a:p>
            <a:pPr marL="228600" indent="-228600" rtl="0" fontAlgn="base">
              <a:buAutoNum type="arabicPeriod"/>
            </a:pPr>
            <a:r>
              <a:rPr lang="en-US" sz="1200" b="0" i="0" kern="1200" dirty="0">
                <a:solidFill>
                  <a:schemeClr val="tx1"/>
                </a:solidFill>
                <a:effectLst/>
                <a:latin typeface="+mn-lt"/>
                <a:ea typeface="+mn-ea"/>
                <a:cs typeface="+mn-cs"/>
              </a:rPr>
              <a:t>If it’s a faculty who is proposing an event, they must inform their chair and obtain their approval.</a:t>
            </a:r>
          </a:p>
          <a:p>
            <a:pPr marL="228600" indent="-228600" rtl="0" fontAlgn="base">
              <a:buAutoNum type="arabicPeriod"/>
            </a:pPr>
            <a:r>
              <a:rPr lang="en-US" sz="1200" b="0" i="0" kern="1200" dirty="0">
                <a:solidFill>
                  <a:schemeClr val="tx1"/>
                </a:solidFill>
                <a:effectLst/>
                <a:latin typeface="+mn-lt"/>
                <a:ea typeface="+mn-ea"/>
                <a:cs typeface="+mn-cs"/>
              </a:rPr>
              <a:t>As previously discussed, Michelle Eng must approve the budget for the event</a:t>
            </a:r>
          </a:p>
          <a:p>
            <a:pPr marL="228600" indent="-228600" rtl="0" fontAlgn="base">
              <a:buAutoNum type="arabicPeriod"/>
            </a:pPr>
            <a:r>
              <a:rPr lang="en-US" sz="1200" b="0" i="0" kern="1200" dirty="0">
                <a:solidFill>
                  <a:schemeClr val="tx1"/>
                </a:solidFill>
                <a:effectLst/>
                <a:latin typeface="+mn-lt"/>
                <a:ea typeface="+mn-ea"/>
                <a:cs typeface="+mn-cs"/>
              </a:rPr>
              <a:t>OE approves the large events based on the following criteria: </a:t>
            </a:r>
          </a:p>
          <a:p>
            <a:pPr rtl="0" fontAlgn="base"/>
            <a:r>
              <a:rPr lang="en-US" sz="1200" b="0" i="0" kern="1200" dirty="0">
                <a:solidFill>
                  <a:schemeClr val="tx1"/>
                </a:solidFill>
                <a:effectLst/>
                <a:latin typeface="+mn-lt"/>
                <a:ea typeface="+mn-ea"/>
                <a:cs typeface="+mn-cs"/>
              </a:rPr>
              <a:t>Staffing capacity to support event </a:t>
            </a:r>
          </a:p>
          <a:p>
            <a:pPr rtl="0" fontAlgn="base"/>
            <a:r>
              <a:rPr lang="en-US" sz="1200" b="0" i="0" kern="1200" dirty="0">
                <a:solidFill>
                  <a:schemeClr val="tx1"/>
                </a:solidFill>
                <a:effectLst/>
                <a:latin typeface="+mn-lt"/>
                <a:ea typeface="+mn-ea"/>
                <a:cs typeface="+mn-cs"/>
              </a:rPr>
              <a:t>Availability of requested on-campus space </a:t>
            </a:r>
          </a:p>
          <a:p>
            <a:pPr rtl="0" fontAlgn="base"/>
            <a:r>
              <a:rPr lang="en-US" sz="1200" b="0" i="0" kern="1200" dirty="0">
                <a:solidFill>
                  <a:schemeClr val="tx1"/>
                </a:solidFill>
                <a:effectLst/>
                <a:latin typeface="+mn-lt"/>
                <a:ea typeface="+mn-ea"/>
                <a:cs typeface="+mn-cs"/>
              </a:rPr>
              <a:t>Sufficient lead time for event planning </a:t>
            </a:r>
          </a:p>
          <a:p>
            <a:pPr rtl="0" fontAlgn="base"/>
            <a:r>
              <a:rPr lang="en-US" sz="1200" b="0" i="0" kern="1200" dirty="0">
                <a:solidFill>
                  <a:schemeClr val="tx1"/>
                </a:solidFill>
                <a:effectLst/>
                <a:latin typeface="+mn-lt"/>
                <a:ea typeface="+mn-ea"/>
                <a:cs typeface="+mn-cs"/>
              </a:rPr>
              <a:t>Event times fall within building hours  </a:t>
            </a:r>
          </a:p>
          <a:p>
            <a:pPr rtl="0" fontAlgn="base"/>
            <a:r>
              <a:rPr lang="en-US" sz="1200" b="0" i="0" kern="1200" dirty="0">
                <a:solidFill>
                  <a:schemeClr val="tx1"/>
                </a:solidFill>
                <a:effectLst/>
                <a:latin typeface="+mn-lt"/>
                <a:ea typeface="+mn-ea"/>
                <a:cs typeface="+mn-cs"/>
              </a:rPr>
              <a:t>Building has technical capacity to support the event  </a:t>
            </a:r>
          </a:p>
          <a:p>
            <a:pPr rtl="0" fontAlgn="base"/>
            <a:r>
              <a:rPr lang="en-US" sz="1200" b="0" i="0" kern="1200" dirty="0">
                <a:solidFill>
                  <a:schemeClr val="tx1"/>
                </a:solidFill>
                <a:effectLst/>
                <a:latin typeface="+mn-lt"/>
                <a:ea typeface="+mn-ea"/>
                <a:cs typeface="+mn-cs"/>
              </a:rPr>
              <a:t>Event is viable with proposed budget and timeline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Can I submit my event more than 1 year in advance?  Yes you can.  TID proposed an event for fall 2027 and we’re keeping track of it for when the budget planning process takes place this fall.   But no more than 3 years in advance.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Will my large event get approved if its proposed after the budget planning process?</a:t>
            </a:r>
          </a:p>
          <a:p>
            <a:r>
              <a:rPr lang="en-US" sz="1200" b="0" i="0" kern="1200" dirty="0">
                <a:solidFill>
                  <a:schemeClr val="tx1"/>
                </a:solidFill>
                <a:effectLst/>
                <a:latin typeface="+mn-lt"/>
                <a:ea typeface="+mn-ea"/>
                <a:cs typeface="+mn-cs"/>
              </a:rPr>
              <a:t>A large event can still be approved after the AY budget planning process if there is at least 6 months of lead time and it meets the OE criteria.  However, you would have to have a plan for how you will pay for the event.  So maybe money is coming from another source.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Lastly, event proposals are on a first come first serve basis so if 4-6 events are submitted 1 year beforehand, OE may not have capacity to plan additional events that are proposed during the same academic year.  Their preference is for you to submit an idea of when you want to hold the event but to be flexible with the dates.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Once approved, the event will be assigned to an OE manager.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will get to how to submit shortly.</a:t>
            </a:r>
          </a:p>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6</a:t>
            </a:fld>
            <a:endParaRPr lang="en-US"/>
          </a:p>
        </p:txBody>
      </p:sp>
    </p:spTree>
    <p:extLst>
      <p:ext uri="{BB962C8B-B14F-4D97-AF65-F5344CB8AC3E}">
        <p14:creationId xmlns:p14="http://schemas.microsoft.com/office/powerpoint/2010/main" val="2560254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DEC8-AD26-18A2-6CEB-8257620E9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8E612-47FB-8315-2390-BF74A6C896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2FCEE-DEF2-3CB6-076C-6396A9352528}"/>
              </a:ext>
            </a:extLst>
          </p:cNvPr>
          <p:cNvSpPr>
            <a:spLocks noGrp="1"/>
          </p:cNvSpPr>
          <p:nvPr>
            <p:ph type="body" idx="1"/>
          </p:nvPr>
        </p:nvSpPr>
        <p:spPr/>
        <p:txBody>
          <a:bodyPr/>
          <a:lstStyle/>
          <a:p>
            <a:pPr rtl="0" fontAlgn="base"/>
            <a:r>
              <a:rPr lang="en-US" sz="1200" b="0" i="0" kern="1200" dirty="0">
                <a:solidFill>
                  <a:schemeClr val="tx1"/>
                </a:solidFill>
                <a:effectLst/>
                <a:latin typeface="+mn-lt"/>
                <a:ea typeface="+mn-ea"/>
                <a:cs typeface="+mn-cs"/>
              </a:rPr>
              <a:t>First, here is the approval process for medium events:</a:t>
            </a:r>
          </a:p>
          <a:p>
            <a:pPr rtl="0" fontAlgn="base"/>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AAD needs about 4 months of lead time and before the start of the semester.  We want folks to let us know about all your events before the start of the semester because it greatly helps with our planning process including confirming staffing capacity and having staff sign up for shifts.</a:t>
            </a:r>
          </a:p>
          <a:p>
            <a:pPr rtl="0" fontAlgn="base"/>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Similar to the large event approval process, you will need chair approval, as well as AAD approval.  Collin and I will look at the event proposal and use a similar criteria to OE.  We will also check your department budget for adequate funds if applicable.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Can I submit my event before 4 months?  Yes please</a:t>
            </a:r>
          </a:p>
          <a:p>
            <a:r>
              <a:rPr lang="en-US" sz="1200" b="0" i="0" kern="1200" dirty="0">
                <a:solidFill>
                  <a:schemeClr val="tx1"/>
                </a:solidFill>
                <a:effectLst/>
                <a:latin typeface="+mn-lt"/>
                <a:ea typeface="+mn-ea"/>
                <a:cs typeface="+mn-cs"/>
              </a:rPr>
              <a:t>Can I still get approval if I submit my event less than 4 months in advance?  Yes, but we may not be able to provide the same level of staff support depending on our capacity.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Once approved, you can begin working with your AOS.</a:t>
            </a:r>
          </a:p>
          <a:p>
            <a:endParaRPr lang="en-US" dirty="0"/>
          </a:p>
        </p:txBody>
      </p:sp>
      <p:sp>
        <p:nvSpPr>
          <p:cNvPr id="4" name="Slide Number Placeholder 3">
            <a:extLst>
              <a:ext uri="{FF2B5EF4-FFF2-40B4-BE49-F238E27FC236}">
                <a16:creationId xmlns:a16="http://schemas.microsoft.com/office/drawing/2014/main" id="{4937C166-C615-1EF9-424D-E8C7620A1F9E}"/>
              </a:ext>
            </a:extLst>
          </p:cNvPr>
          <p:cNvSpPr>
            <a:spLocks noGrp="1"/>
          </p:cNvSpPr>
          <p:nvPr>
            <p:ph type="sldNum" sz="quarter" idx="5"/>
          </p:nvPr>
        </p:nvSpPr>
        <p:spPr/>
        <p:txBody>
          <a:bodyPr/>
          <a:lstStyle/>
          <a:p>
            <a:fld id="{75F578AA-6B69-478A-AC7D-5B8621BE2D67}" type="slidenum">
              <a:rPr lang="en-US" smtClean="0"/>
              <a:t>7</a:t>
            </a:fld>
            <a:endParaRPr lang="en-US"/>
          </a:p>
        </p:txBody>
      </p:sp>
    </p:spTree>
    <p:extLst>
      <p:ext uri="{BB962C8B-B14F-4D97-AF65-F5344CB8AC3E}">
        <p14:creationId xmlns:p14="http://schemas.microsoft.com/office/powerpoint/2010/main" val="1226845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and medium events, we would like you to complete this Microsoft webform.  The link to the form is located on the AAD SharePoint Page and is currently active. This form submission will serve as the mechanism for notifying me of your proposed event and initiating the approval process and it will help me determine whether the event will be managed by Office of Events or AAD.</a:t>
            </a:r>
          </a:p>
          <a:p>
            <a:endParaRPr lang="en-US" dirty="0"/>
          </a:p>
          <a:p>
            <a:r>
              <a:rPr lang="en-US" dirty="0"/>
              <a:t>How it works is I will receive a notification once an event proposal is submitted.  I will determine the size of the event.  If it’s a large event, I will request approvals from Michelle and OE. Once approved, you will hear from Events. If its medium, Collin and I will assess and respond to the requester. </a:t>
            </a:r>
          </a:p>
        </p:txBody>
      </p:sp>
      <p:sp>
        <p:nvSpPr>
          <p:cNvPr id="4" name="Slide Number Placeholder 3"/>
          <p:cNvSpPr>
            <a:spLocks noGrp="1"/>
          </p:cNvSpPr>
          <p:nvPr>
            <p:ph type="sldNum" sz="quarter" idx="5"/>
          </p:nvPr>
        </p:nvSpPr>
        <p:spPr/>
        <p:txBody>
          <a:bodyPr/>
          <a:lstStyle/>
          <a:p>
            <a:fld id="{75F578AA-6B69-478A-AC7D-5B8621BE2D67}" type="slidenum">
              <a:rPr lang="en-US" smtClean="0"/>
              <a:t>8</a:t>
            </a:fld>
            <a:endParaRPr lang="en-US"/>
          </a:p>
        </p:txBody>
      </p:sp>
    </p:spTree>
    <p:extLst>
      <p:ext uri="{BB962C8B-B14F-4D97-AF65-F5344CB8AC3E}">
        <p14:creationId xmlns:p14="http://schemas.microsoft.com/office/powerpoint/2010/main" val="1011755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084D-8BF4-4FDB-E216-625D2E63C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F118E-DA4C-598F-F529-74802F34F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B3DA2-111D-1BC9-1A61-E96D97033A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Small events that do not have a budget, involve less than 10 hours of planning, and have minimal components still need to be submitted before the beginning of the semester and at least one month before the event date. Small events are not required to go through a formal approval process and are exempt from completing the Event Approval form.  The requester can work directly with the AOS without the involvement of the AAD Director or Manager.</a:t>
            </a:r>
          </a:p>
          <a:p>
            <a:endParaRPr lang="en-US" dirty="0"/>
          </a:p>
        </p:txBody>
      </p:sp>
      <p:sp>
        <p:nvSpPr>
          <p:cNvPr id="4" name="Slide Number Placeholder 3">
            <a:extLst>
              <a:ext uri="{FF2B5EF4-FFF2-40B4-BE49-F238E27FC236}">
                <a16:creationId xmlns:a16="http://schemas.microsoft.com/office/drawing/2014/main" id="{E0962C5F-2F53-E567-6E16-BD0E541BD195}"/>
              </a:ext>
            </a:extLst>
          </p:cNvPr>
          <p:cNvSpPr>
            <a:spLocks noGrp="1"/>
          </p:cNvSpPr>
          <p:nvPr>
            <p:ph type="sldNum" sz="quarter" idx="5"/>
          </p:nvPr>
        </p:nvSpPr>
        <p:spPr/>
        <p:txBody>
          <a:bodyPr/>
          <a:lstStyle/>
          <a:p>
            <a:fld id="{75F578AA-6B69-478A-AC7D-5B8621BE2D67}" type="slidenum">
              <a:rPr lang="en-US" smtClean="0"/>
              <a:t>9</a:t>
            </a:fld>
            <a:endParaRPr lang="en-US"/>
          </a:p>
        </p:txBody>
      </p:sp>
    </p:spTree>
    <p:extLst>
      <p:ext uri="{BB962C8B-B14F-4D97-AF65-F5344CB8AC3E}">
        <p14:creationId xmlns:p14="http://schemas.microsoft.com/office/powerpoint/2010/main" val="182630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10</a:t>
            </a:fld>
            <a:endParaRPr lang="en-US"/>
          </a:p>
        </p:txBody>
      </p:sp>
    </p:spTree>
    <p:extLst>
      <p:ext uri="{BB962C8B-B14F-4D97-AF65-F5344CB8AC3E}">
        <p14:creationId xmlns:p14="http://schemas.microsoft.com/office/powerpoint/2010/main" val="39284051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where you emphasize OE manager will do ALL logs. </a:t>
            </a:r>
            <a:r>
              <a:rPr lang="en-US" sz="1200" kern="1200" dirty="0">
                <a:solidFill>
                  <a:schemeClr val="tx1"/>
                </a:solidFill>
                <a:effectLst/>
                <a:latin typeface="+mn-lt"/>
                <a:ea typeface="+mn-ea"/>
                <a:cs typeface="+mn-cs"/>
              </a:rPr>
              <a:t>The AAD is secondarily involved in supporting specific tasks associated with large events. The AAD Director and AOS work with the OE Manager and academic department lead to outline those tasks. Tasks are determined on a case-by-case basis and could include budget management, ordering and purchasing, expense reporting, requesting a credit card limit increase, Eventbrite monitoring, and staffing.</a:t>
            </a:r>
          </a:p>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11</a:t>
            </a:fld>
            <a:endParaRPr lang="en-US"/>
          </a:p>
        </p:txBody>
      </p:sp>
    </p:spTree>
    <p:extLst>
      <p:ext uri="{BB962C8B-B14F-4D97-AF65-F5344CB8AC3E}">
        <p14:creationId xmlns:p14="http://schemas.microsoft.com/office/powerpoint/2010/main" val="156645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F8421-E516-8D2B-2757-E4D10A6D7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A8540-E99D-F0AC-1271-6F4DCB5BC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E7EBD-3044-65B0-1E58-389CC5FB50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ABFD6A-0E4E-F5C6-E45C-A4C10CB985B8}"/>
              </a:ext>
            </a:extLst>
          </p:cNvPr>
          <p:cNvSpPr>
            <a:spLocks noGrp="1"/>
          </p:cNvSpPr>
          <p:nvPr>
            <p:ph type="sldNum" sz="quarter" idx="5"/>
          </p:nvPr>
        </p:nvSpPr>
        <p:spPr/>
        <p:txBody>
          <a:bodyPr/>
          <a:lstStyle/>
          <a:p>
            <a:fld id="{75F578AA-6B69-478A-AC7D-5B8621BE2D67}" type="slidenum">
              <a:rPr lang="en-US" smtClean="0"/>
              <a:t>12</a:t>
            </a:fld>
            <a:endParaRPr lang="en-US"/>
          </a:p>
        </p:txBody>
      </p:sp>
    </p:spTree>
    <p:extLst>
      <p:ext uri="{BB962C8B-B14F-4D97-AF65-F5344CB8AC3E}">
        <p14:creationId xmlns:p14="http://schemas.microsoft.com/office/powerpoint/2010/main" val="22359086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i="0" kern="1200" dirty="0">
                <a:solidFill>
                  <a:schemeClr val="tx1"/>
                </a:solidFill>
                <a:effectLst/>
                <a:latin typeface="+mn-lt"/>
                <a:ea typeface="+mn-ea"/>
                <a:cs typeface="+mn-cs"/>
              </a:rPr>
              <a:t>Non-course Related Events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Namaste Hall and the 1st floor lobby are primarily reserved for non-course related events. These spaces can be reserved on a first come first serve basis.  If a non-course related event requires classroom bookings, those reservations are dependent on the course planning timeline since in-person courses take priority of classroom use.  Classrooms for spring semester events can be reserved starting in November once the class schedule is published.  Similarly, rooms for fall events can be made starting in April.  The OE Manager and AOS use </a:t>
            </a:r>
            <a:r>
              <a:rPr lang="en-US" sz="1200" kern="1200" dirty="0" err="1">
                <a:solidFill>
                  <a:schemeClr val="tx1"/>
                </a:solidFill>
                <a:effectLst/>
                <a:latin typeface="+mn-lt"/>
                <a:ea typeface="+mn-ea"/>
                <a:cs typeface="+mn-cs"/>
              </a:rPr>
              <a:t>Mazevo</a:t>
            </a:r>
            <a:r>
              <a:rPr lang="en-US" sz="1200" kern="1200" dirty="0">
                <a:solidFill>
                  <a:schemeClr val="tx1"/>
                </a:solidFill>
                <a:effectLst/>
                <a:latin typeface="+mn-lt"/>
                <a:ea typeface="+mn-ea"/>
                <a:cs typeface="+mn-cs"/>
              </a:rPr>
              <a:t> to reserve an available room. Namaste Hall reservations, regardless of timing, need to be approved by OE.  The AOS emails </a:t>
            </a:r>
            <a:r>
              <a:rPr lang="en-US" sz="1200" u="sng" kern="1200" dirty="0">
                <a:solidFill>
                  <a:schemeClr val="tx1"/>
                </a:solidFill>
                <a:effectLst/>
                <a:latin typeface="+mn-lt"/>
                <a:ea typeface="+mn-ea"/>
                <a:cs typeface="+mn-cs"/>
                <a:hlinkClick r:id="rId3"/>
              </a:rPr>
              <a:t>events@ciis.edu</a:t>
            </a:r>
            <a:r>
              <a:rPr lang="en-US" sz="1200" kern="1200" dirty="0">
                <a:solidFill>
                  <a:schemeClr val="tx1"/>
                </a:solidFill>
                <a:effectLst/>
                <a:latin typeface="+mn-lt"/>
                <a:ea typeface="+mn-ea"/>
                <a:cs typeface="+mn-cs"/>
              </a:rPr>
              <a:t> to inquire about Namaste Hall availability. Refer to the </a:t>
            </a:r>
            <a:r>
              <a:rPr lang="en-US" sz="1200" kern="1200" dirty="0" err="1">
                <a:solidFill>
                  <a:schemeClr val="tx1"/>
                </a:solidFill>
                <a:effectLst/>
                <a:latin typeface="+mn-lt"/>
                <a:ea typeface="+mn-ea"/>
                <a:cs typeface="+mn-cs"/>
              </a:rPr>
              <a:t>Mazevo</a:t>
            </a:r>
            <a:r>
              <a:rPr lang="en-US" sz="1200" kern="1200" dirty="0">
                <a:solidFill>
                  <a:schemeClr val="tx1"/>
                </a:solidFill>
                <a:effectLst/>
                <a:latin typeface="+mn-lt"/>
                <a:ea typeface="+mn-ea"/>
                <a:cs typeface="+mn-cs"/>
              </a:rPr>
              <a:t> Training </a:t>
            </a:r>
            <a:r>
              <a:rPr lang="en-US" sz="1200" u="sng" kern="1200" dirty="0">
                <a:solidFill>
                  <a:schemeClr val="tx1"/>
                </a:solidFill>
                <a:effectLst/>
                <a:latin typeface="+mn-lt"/>
                <a:ea typeface="+mn-ea"/>
                <a:cs typeface="+mn-cs"/>
                <a:hlinkClick r:id="rId4"/>
              </a:rPr>
              <a:t>here</a:t>
            </a:r>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 </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Course-Related Events</a:t>
            </a:r>
          </a:p>
          <a:p>
            <a:r>
              <a:rPr lang="en-US" sz="1200" kern="1200" dirty="0">
                <a:solidFill>
                  <a:schemeClr val="tx1"/>
                </a:solidFill>
                <a:effectLst/>
                <a:latin typeface="+mn-lt"/>
                <a:ea typeface="+mn-ea"/>
                <a:cs typeface="+mn-cs"/>
              </a:rPr>
              <a:t>Course-related events can still use Namaste Hall and 1</a:t>
            </a:r>
            <a:r>
              <a:rPr lang="en-US" sz="1200" kern="1200" baseline="30000" dirty="0">
                <a:solidFill>
                  <a:schemeClr val="tx1"/>
                </a:solidFill>
                <a:effectLst/>
                <a:latin typeface="+mn-lt"/>
                <a:ea typeface="+mn-ea"/>
                <a:cs typeface="+mn-cs"/>
              </a:rPr>
              <a:t>st</a:t>
            </a:r>
            <a:r>
              <a:rPr lang="en-US" sz="1200" kern="1200" dirty="0">
                <a:solidFill>
                  <a:schemeClr val="tx1"/>
                </a:solidFill>
                <a:effectLst/>
                <a:latin typeface="+mn-lt"/>
                <a:ea typeface="+mn-ea"/>
                <a:cs typeface="+mn-cs"/>
              </a:rPr>
              <a:t> floor lobby, dependent on availability and approval from the OE.  For information about how to book classrooms for courses, refer to the procedure: </a:t>
            </a:r>
            <a:r>
              <a:rPr lang="en-US" sz="1200" u="sng" kern="1200" dirty="0">
                <a:solidFill>
                  <a:schemeClr val="tx1"/>
                </a:solidFill>
                <a:effectLst/>
                <a:latin typeface="+mn-lt"/>
                <a:ea typeface="+mn-ea"/>
                <a:cs typeface="+mn-cs"/>
                <a:hlinkClick r:id="rId5"/>
              </a:rPr>
              <a:t>Setting the day, time, and location of synchronous courses</a:t>
            </a:r>
            <a:r>
              <a:rPr lang="en-US" sz="1200" kern="1200" dirty="0">
                <a:solidFill>
                  <a:schemeClr val="tx1"/>
                </a:solidFill>
                <a:effectLst/>
                <a:latin typeface="+mn-lt"/>
                <a:ea typeface="+mn-ea"/>
                <a:cs typeface="+mn-cs"/>
              </a:rPr>
              <a:t>.  </a:t>
            </a:r>
          </a:p>
          <a:p>
            <a:endParaRPr lang="en-US" dirty="0"/>
          </a:p>
          <a:p>
            <a:endParaRPr lang="en-US" dirty="0"/>
          </a:p>
          <a:p>
            <a:r>
              <a:rPr lang="en-US" dirty="0"/>
              <a:t>For course related bookings for Namaste Hall: if no events, can be available but not set up and can’t use tech.  Must set up own room if need tables and chairs.  </a:t>
            </a:r>
          </a:p>
          <a:p>
            <a:r>
              <a:rPr lang="en-US" dirty="0"/>
              <a:t>Course bookings- don’t go through Events!  Just AAD</a:t>
            </a:r>
          </a:p>
        </p:txBody>
      </p:sp>
      <p:sp>
        <p:nvSpPr>
          <p:cNvPr id="4" name="Slide Number Placeholder 3"/>
          <p:cNvSpPr>
            <a:spLocks noGrp="1"/>
          </p:cNvSpPr>
          <p:nvPr>
            <p:ph type="sldNum" sz="quarter" idx="5"/>
          </p:nvPr>
        </p:nvSpPr>
        <p:spPr/>
        <p:txBody>
          <a:bodyPr/>
          <a:lstStyle/>
          <a:p>
            <a:fld id="{75F578AA-6B69-478A-AC7D-5B8621BE2D67}" type="slidenum">
              <a:rPr lang="en-US" smtClean="0"/>
              <a:t>13</a:t>
            </a:fld>
            <a:endParaRPr lang="en-US"/>
          </a:p>
        </p:txBody>
      </p:sp>
    </p:spTree>
    <p:extLst>
      <p:ext uri="{BB962C8B-B14F-4D97-AF65-F5344CB8AC3E}">
        <p14:creationId xmlns:p14="http://schemas.microsoft.com/office/powerpoint/2010/main" val="4003239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you can work with different departments on your event planning:</a:t>
            </a:r>
          </a:p>
          <a:p>
            <a:r>
              <a:rPr lang="en-US" dirty="0"/>
              <a:t>Events- let Alex talk</a:t>
            </a:r>
          </a:p>
          <a:p>
            <a:r>
              <a:rPr lang="en-US" dirty="0"/>
              <a:t>OSCR- they are much more hands on with managing the marketing and communications for large public facing events. For all other events, it’s the AOS who will be doing all marketing and communication.  But OSCR will do the following for all events (read slide)</a:t>
            </a:r>
          </a:p>
          <a:p>
            <a:r>
              <a:rPr lang="en-US" dirty="0"/>
              <a:t>Read DoT </a:t>
            </a:r>
            <a:r>
              <a:rPr lang="en-US"/>
              <a:t>and Facilities</a:t>
            </a:r>
            <a:endParaRPr lang="en-US" dirty="0"/>
          </a:p>
          <a:p>
            <a:endParaRPr lang="en-US" dirty="0"/>
          </a:p>
          <a:p>
            <a:r>
              <a:rPr lang="en-US" dirty="0"/>
              <a:t>Another department that I did not mention but is critical to the planning process is Finance.  If you will be spending more than your $2,500 credit card limit within one month, you can have your OE manager or AOS work with me to request a credit card limit increase.  We would need to know the EXACT increased amount per month and this request should be made ideally 3 months in advance.</a:t>
            </a:r>
          </a:p>
        </p:txBody>
      </p:sp>
      <p:sp>
        <p:nvSpPr>
          <p:cNvPr id="4" name="Slide Number Placeholder 3"/>
          <p:cNvSpPr>
            <a:spLocks noGrp="1"/>
          </p:cNvSpPr>
          <p:nvPr>
            <p:ph type="sldNum" sz="quarter" idx="5"/>
          </p:nvPr>
        </p:nvSpPr>
        <p:spPr/>
        <p:txBody>
          <a:bodyPr/>
          <a:lstStyle/>
          <a:p>
            <a:fld id="{75F578AA-6B69-478A-AC7D-5B8621BE2D67}" type="slidenum">
              <a:rPr lang="en-US" smtClean="0"/>
              <a:t>14</a:t>
            </a:fld>
            <a:endParaRPr lang="en-US"/>
          </a:p>
        </p:txBody>
      </p:sp>
    </p:spTree>
    <p:extLst>
      <p:ext uri="{BB962C8B-B14F-4D97-AF65-F5344CB8AC3E}">
        <p14:creationId xmlns:p14="http://schemas.microsoft.com/office/powerpoint/2010/main" val="3570207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sng" dirty="0">
                <a:solidFill>
                  <a:schemeClr val="tx1">
                    <a:alpha val="80000"/>
                  </a:schemeClr>
                </a:solidFill>
                <a:hlinkClick r:id="rId3"/>
              </a:rPr>
              <a:t>Event Planning Checklist</a:t>
            </a:r>
            <a:endParaRPr lang="en-US" sz="1200" dirty="0">
              <a:solidFill>
                <a:schemeClr val="tx1">
                  <a:alpha val="80000"/>
                </a:schemeClr>
              </a:solidFill>
            </a:endParaRPr>
          </a:p>
          <a:p>
            <a:endParaRPr lang="en-US" dirty="0"/>
          </a:p>
        </p:txBody>
      </p:sp>
      <p:sp>
        <p:nvSpPr>
          <p:cNvPr id="4" name="Slide Number Placeholder 3"/>
          <p:cNvSpPr>
            <a:spLocks noGrp="1"/>
          </p:cNvSpPr>
          <p:nvPr>
            <p:ph type="sldNum" sz="quarter" idx="5"/>
          </p:nvPr>
        </p:nvSpPr>
        <p:spPr/>
        <p:txBody>
          <a:bodyPr/>
          <a:lstStyle/>
          <a:p>
            <a:fld id="{75F578AA-6B69-478A-AC7D-5B8621BE2D67}" type="slidenum">
              <a:rPr lang="en-US" smtClean="0"/>
              <a:t>15</a:t>
            </a:fld>
            <a:endParaRPr lang="en-US"/>
          </a:p>
        </p:txBody>
      </p:sp>
    </p:spTree>
    <p:extLst>
      <p:ext uri="{BB962C8B-B14F-4D97-AF65-F5344CB8AC3E}">
        <p14:creationId xmlns:p14="http://schemas.microsoft.com/office/powerpoint/2010/main" val="1981918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an eye out for reminder emails </a:t>
            </a:r>
          </a:p>
        </p:txBody>
      </p:sp>
      <p:sp>
        <p:nvSpPr>
          <p:cNvPr id="4" name="Slide Number Placeholder 3"/>
          <p:cNvSpPr>
            <a:spLocks noGrp="1"/>
          </p:cNvSpPr>
          <p:nvPr>
            <p:ph type="sldNum" sz="quarter" idx="5"/>
          </p:nvPr>
        </p:nvSpPr>
        <p:spPr/>
        <p:txBody>
          <a:bodyPr/>
          <a:lstStyle/>
          <a:p>
            <a:fld id="{75F578AA-6B69-478A-AC7D-5B8621BE2D67}" type="slidenum">
              <a:rPr lang="en-US" smtClean="0"/>
              <a:t>16</a:t>
            </a:fld>
            <a:endParaRPr lang="en-US"/>
          </a:p>
        </p:txBody>
      </p:sp>
    </p:spTree>
    <p:extLst>
      <p:ext uri="{BB962C8B-B14F-4D97-AF65-F5344CB8AC3E}">
        <p14:creationId xmlns:p14="http://schemas.microsoft.com/office/powerpoint/2010/main" val="1739793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29F6-ABA2-2A1D-0D7A-69F29BA1BE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7B9678-352A-AF49-8DD2-3ACAD665D4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132A7D-4EE6-6494-3BCE-D84C685E5C65}"/>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D8D9F618-98E7-6497-F7E0-12BE5DCB7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84A1C5-B088-1323-1FAE-3C039EA44B94}"/>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8901933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92B64-A646-6CB2-2BCA-9AACAB82E1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A12E49-BCC9-A4F2-17DE-54A69A5880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CECC4-374D-A6AC-DE3A-A73A9305E480}"/>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79E1685E-6233-A3D7-144D-ED1AF7D66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8B9D94-1E18-29BC-6660-3B2C0C71D39B}"/>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66475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68B52-6253-FCB2-2044-B6FF1ECFD3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8540035-EFD8-AAEC-5179-ECB5D90948D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B4ED25-877C-8C2D-3046-32D0F714FBB7}"/>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DF9F9E28-F3EE-0A06-96A5-A7CA9A793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419ED-38D4-78AF-8586-8DC08FE36F8C}"/>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10829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10B6C-0476-1369-09F9-75F5639728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80E77C-8F5F-745C-C7EA-7C9D0EB79C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7E9091-7316-53AB-1BB5-E787A509C66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760AC40-EDA7-B334-C25E-2679562A84F4}"/>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6" name="Footer Placeholder 5">
            <a:extLst>
              <a:ext uri="{FF2B5EF4-FFF2-40B4-BE49-F238E27FC236}">
                <a16:creationId xmlns:a16="http://schemas.microsoft.com/office/drawing/2014/main" id="{53F01333-77A7-2680-0986-5BC093A6A7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C2B2F4-6BCF-A84B-5151-3FF4B6B83A19}"/>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31544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F65A-A819-BA01-9F43-B6E8E6123BC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A92E89-365B-01AD-0690-E4BFACC99E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209CE1-0B89-20AA-F54A-20E625E250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5FE400-91A8-2CA5-DBE8-8487F4F4DB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52A3B0-CD34-A84A-9301-25D4D3554E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1C3FB7-EC82-8782-9041-667503D3C2BF}"/>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8" name="Footer Placeholder 7">
            <a:extLst>
              <a:ext uri="{FF2B5EF4-FFF2-40B4-BE49-F238E27FC236}">
                <a16:creationId xmlns:a16="http://schemas.microsoft.com/office/drawing/2014/main" id="{EF370F5D-4B1B-8E49-A026-1F5B3F5983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37013D3-C269-F859-30BB-58169619DEB3}"/>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238036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CE53-E746-8076-67DC-DEE602465C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3C2B5F-5A9D-B9AE-8F58-750FBBF87E18}"/>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4" name="Footer Placeholder 3">
            <a:extLst>
              <a:ext uri="{FF2B5EF4-FFF2-40B4-BE49-F238E27FC236}">
                <a16:creationId xmlns:a16="http://schemas.microsoft.com/office/drawing/2014/main" id="{9927B451-5910-223E-7941-42ABE39AD6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05E07E-4CDC-48B7-A80B-0F4E6E440700}"/>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660067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2B573F-4BA1-9546-48ED-7F5950F5819B}"/>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3" name="Footer Placeholder 2">
            <a:extLst>
              <a:ext uri="{FF2B5EF4-FFF2-40B4-BE49-F238E27FC236}">
                <a16:creationId xmlns:a16="http://schemas.microsoft.com/office/drawing/2014/main" id="{D732173F-1B34-C8BA-C32E-23C7AC9DA7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279033D-DB8C-6E96-C31A-1980CB533E3A}"/>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3017005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48369-C430-581E-8418-1B71A04468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77D4F-C81A-1A82-807F-098E049EC6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CB9E0C-5193-9B7A-F854-D0209DBB3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2A6A29-4B12-9CD6-7B76-E669D77E95C9}"/>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6" name="Footer Placeholder 5">
            <a:extLst>
              <a:ext uri="{FF2B5EF4-FFF2-40B4-BE49-F238E27FC236}">
                <a16:creationId xmlns:a16="http://schemas.microsoft.com/office/drawing/2014/main" id="{3D86230C-DDF2-979D-7901-83B440B87F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53A619-3208-B072-124B-48C031036533}"/>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23386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DFB72-07D0-1546-3209-97C6B13F84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81151A-DFDB-9BEF-15F0-CBCDC45F82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6B8CA5-07F3-6F6F-0185-CA61B1B0A6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8ACDC5-A776-C06D-8535-AF92DB41C53F}"/>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6" name="Footer Placeholder 5">
            <a:extLst>
              <a:ext uri="{FF2B5EF4-FFF2-40B4-BE49-F238E27FC236}">
                <a16:creationId xmlns:a16="http://schemas.microsoft.com/office/drawing/2014/main" id="{245AE250-2153-CC7E-29E2-5729700168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9BF3D-9406-A563-A514-BFB256EAD02A}"/>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1796820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9B9B-538B-DC14-D5E0-E1FFE6299F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49BAB5-A4A1-AD42-169E-2B3C2E97FC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E1A5CC-3E15-6234-B0D6-9CEE50D84D0E}"/>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D113DF06-67FF-75A9-A96D-8505BAB300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FB1FBE-264C-FE68-D4C4-9FA7D8AFDC38}"/>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348441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302DD8-EF7F-02E2-7D6E-E8143DBE89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3044C8-2C7B-2747-E907-1B8014FA45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0703C-D7DD-F9EA-B68E-183AB0F62F80}"/>
              </a:ext>
            </a:extLst>
          </p:cNvPr>
          <p:cNvSpPr>
            <a:spLocks noGrp="1"/>
          </p:cNvSpPr>
          <p:nvPr>
            <p:ph type="dt" sz="half" idx="10"/>
          </p:nvPr>
        </p:nvSpPr>
        <p:spPr/>
        <p:txBody>
          <a:body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22333597-A14A-7D35-3DCD-1C89ECC6C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44B5C-D366-C4B9-44DA-8100A3597E33}"/>
              </a:ext>
            </a:extLst>
          </p:cNvPr>
          <p:cNvSpPr>
            <a:spLocks noGrp="1"/>
          </p:cNvSpPr>
          <p:nvPr>
            <p:ph type="sldNum" sz="quarter" idx="12"/>
          </p:nvPr>
        </p:nvSpPr>
        <p:spPr/>
        <p:txBody>
          <a:bodyPr/>
          <a:lstStyle/>
          <a:p>
            <a:fld id="{B2C4D43F-59F4-473D-BEFB-F84D8EF4CC0A}" type="slidenum">
              <a:rPr lang="en-US" smtClean="0"/>
              <a:t>‹#›</a:t>
            </a:fld>
            <a:endParaRPr lang="en-US"/>
          </a:p>
        </p:txBody>
      </p:sp>
    </p:spTree>
    <p:extLst>
      <p:ext uri="{BB962C8B-B14F-4D97-AF65-F5344CB8AC3E}">
        <p14:creationId xmlns:p14="http://schemas.microsoft.com/office/powerpoint/2010/main" val="2314522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88F70C-BE22-D58E-E758-5670DDAD3E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21F8CF-8F4A-DD8E-E0CD-84BDEB649B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A230F0-5B85-EFA4-DFC3-94E15F3A88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128EE3-4991-4416-B836-288AAA491264}" type="datetimeFigureOut">
              <a:rPr lang="en-US" smtClean="0"/>
              <a:t>4/16/2026</a:t>
            </a:fld>
            <a:endParaRPr lang="en-US"/>
          </a:p>
        </p:txBody>
      </p:sp>
      <p:sp>
        <p:nvSpPr>
          <p:cNvPr id="5" name="Footer Placeholder 4">
            <a:extLst>
              <a:ext uri="{FF2B5EF4-FFF2-40B4-BE49-F238E27FC236}">
                <a16:creationId xmlns:a16="http://schemas.microsoft.com/office/drawing/2014/main" id="{71165EF6-12B5-E749-2C58-B2BE0977A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194FF6-17B4-5528-DE2D-A65367E1C9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C4D43F-59F4-473D-BEFB-F84D8EF4CC0A}" type="slidenum">
              <a:rPr lang="en-US" smtClean="0"/>
              <a:t>‹#›</a:t>
            </a:fld>
            <a:endParaRPr lang="en-US"/>
          </a:p>
        </p:txBody>
      </p:sp>
    </p:spTree>
    <p:extLst>
      <p:ext uri="{BB962C8B-B14F-4D97-AF65-F5344CB8AC3E}">
        <p14:creationId xmlns:p14="http://schemas.microsoft.com/office/powerpoint/2010/main" val="2884732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anva.com/design/DAHA2_6ixlQ/NngrPGXy4qP1_a3d4f6nBw/view?utm_content=DAHA2_6ixlQ&amp;utm_campaign=designshare&amp;utm_medium=link2&amp;utm_source=uniquelinks&amp;utlId=h8eb1746b0a"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21DEE6-09B1-4A2F-FE11-C80E7BC5B74F}"/>
              </a:ext>
            </a:extLst>
          </p:cNvPr>
          <p:cNvSpPr>
            <a:spLocks noGrp="1"/>
          </p:cNvSpPr>
          <p:nvPr>
            <p:ph type="ctrTitle"/>
          </p:nvPr>
        </p:nvSpPr>
        <p:spPr>
          <a:xfrm>
            <a:off x="1524000" y="1293338"/>
            <a:ext cx="9144000" cy="3274592"/>
          </a:xfrm>
        </p:spPr>
        <p:txBody>
          <a:bodyPr anchor="ctr">
            <a:normAutofit/>
          </a:bodyPr>
          <a:lstStyle/>
          <a:p>
            <a:r>
              <a:rPr lang="en-US" sz="7200" dirty="0"/>
              <a:t>Academic Department</a:t>
            </a:r>
            <a:br>
              <a:rPr lang="en-US" sz="7200" dirty="0"/>
            </a:br>
            <a:r>
              <a:rPr lang="en-US" sz="7200" dirty="0"/>
              <a:t>Event Approval and Planning Procedure</a:t>
            </a:r>
          </a:p>
        </p:txBody>
      </p:sp>
      <p:sp>
        <p:nvSpPr>
          <p:cNvPr id="3" name="Subtitle 2">
            <a:extLst>
              <a:ext uri="{FF2B5EF4-FFF2-40B4-BE49-F238E27FC236}">
                <a16:creationId xmlns:a16="http://schemas.microsoft.com/office/drawing/2014/main" id="{D2426D63-BC66-F237-61FB-6AAE81CEFE90}"/>
              </a:ext>
            </a:extLst>
          </p:cNvPr>
          <p:cNvSpPr>
            <a:spLocks noGrp="1"/>
          </p:cNvSpPr>
          <p:nvPr>
            <p:ph type="subTitle" idx="1"/>
          </p:nvPr>
        </p:nvSpPr>
        <p:spPr>
          <a:xfrm>
            <a:off x="1524000" y="5309306"/>
            <a:ext cx="9144000" cy="856656"/>
          </a:xfrm>
        </p:spPr>
        <p:txBody>
          <a:bodyPr anchor="ctr">
            <a:normAutofit fontScale="92500" lnSpcReduction="20000"/>
          </a:bodyPr>
          <a:lstStyle/>
          <a:p>
            <a:r>
              <a:rPr lang="en-US" sz="2800" dirty="0"/>
              <a:t>All Chairs Meeting</a:t>
            </a:r>
            <a:endParaRPr lang="en-US" sz="3600" dirty="0"/>
          </a:p>
          <a:p>
            <a:r>
              <a:rPr lang="en-US" sz="2800" dirty="0"/>
              <a:t>April 16, 2026</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316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E7D64C-8A6F-E786-3AE9-2AC7A85BB672}"/>
              </a:ext>
            </a:extLst>
          </p:cNvPr>
          <p:cNvSpPr>
            <a:spLocks noGrp="1"/>
          </p:cNvSpPr>
          <p:nvPr>
            <p:ph type="title"/>
          </p:nvPr>
        </p:nvSpPr>
        <p:spPr>
          <a:xfrm>
            <a:off x="808638" y="386930"/>
            <a:ext cx="9236700" cy="1188950"/>
          </a:xfrm>
        </p:spPr>
        <p:txBody>
          <a:bodyPr anchor="b">
            <a:normAutofit/>
          </a:bodyPr>
          <a:lstStyle/>
          <a:p>
            <a:r>
              <a:rPr lang="en-US" sz="5400"/>
              <a:t>Introduction</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76241F6-DEAA-BD01-F670-7F9A73F7D86B}"/>
              </a:ext>
            </a:extLst>
          </p:cNvPr>
          <p:cNvSpPr>
            <a:spLocks noGrp="1"/>
          </p:cNvSpPr>
          <p:nvPr>
            <p:ph idx="1"/>
          </p:nvPr>
        </p:nvSpPr>
        <p:spPr>
          <a:xfrm>
            <a:off x="759019" y="2312430"/>
            <a:ext cx="10143668" cy="3435531"/>
          </a:xfrm>
        </p:spPr>
        <p:txBody>
          <a:bodyPr anchor="ctr">
            <a:normAutofit/>
          </a:bodyPr>
          <a:lstStyle/>
          <a:p>
            <a:r>
              <a:rPr lang="en-US" sz="2400" dirty="0"/>
              <a:t>This procedure applies to non-course related events proposed by academic departments.</a:t>
            </a:r>
          </a:p>
          <a:p>
            <a:endParaRPr lang="en-US" sz="2400" dirty="0"/>
          </a:p>
          <a:p>
            <a:r>
              <a:rPr lang="en-US" sz="2400" dirty="0"/>
              <a:t>Planning can involve the collaboration of multiple departments including the Office of Events (OE), Academic Administration Department (AAD), and academic departments. </a:t>
            </a:r>
          </a:p>
        </p:txBody>
      </p:sp>
    </p:spTree>
    <p:extLst>
      <p:ext uri="{BB962C8B-B14F-4D97-AF65-F5344CB8AC3E}">
        <p14:creationId xmlns:p14="http://schemas.microsoft.com/office/powerpoint/2010/main" val="1375362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81FE16D-0BB9-43FC-A645-3419A195E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9" name="Rectangle 18">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2" name="Rectangle 21">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5EDA02-17B3-9D17-992D-CF70452C02CD}"/>
              </a:ext>
            </a:extLst>
          </p:cNvPr>
          <p:cNvSpPr>
            <a:spLocks noGrp="1"/>
          </p:cNvSpPr>
          <p:nvPr>
            <p:ph type="title"/>
          </p:nvPr>
        </p:nvSpPr>
        <p:spPr>
          <a:xfrm>
            <a:off x="1153618" y="1239927"/>
            <a:ext cx="4008586" cy="4680583"/>
          </a:xfrm>
          <a:prstGeom prst="ellipse">
            <a:avLst/>
          </a:prstGeom>
        </p:spPr>
        <p:txBody>
          <a:bodyPr vert="horz" lIns="91440" tIns="45720" rIns="91440" bIns="45720" rtlCol="0" anchor="ctr">
            <a:normAutofit/>
          </a:bodyPr>
          <a:lstStyle/>
          <a:p>
            <a:r>
              <a:rPr lang="en-US" kern="1200">
                <a:latin typeface="+mj-lt"/>
                <a:ea typeface="+mj-ea"/>
                <a:cs typeface="+mj-cs"/>
              </a:rPr>
              <a:t>Event Types and Definitions</a:t>
            </a:r>
          </a:p>
        </p:txBody>
      </p:sp>
      <p:graphicFrame>
        <p:nvGraphicFramePr>
          <p:cNvPr id="4" name="Content Placeholder 3">
            <a:extLst>
              <a:ext uri="{FF2B5EF4-FFF2-40B4-BE49-F238E27FC236}">
                <a16:creationId xmlns:a16="http://schemas.microsoft.com/office/drawing/2014/main" id="{2B313866-630B-61E5-F5E3-FBB75A4BEC07}"/>
              </a:ext>
            </a:extLst>
          </p:cNvPr>
          <p:cNvGraphicFramePr>
            <a:graphicFrameLocks noGrp="1"/>
          </p:cNvGraphicFramePr>
          <p:nvPr>
            <p:ph idx="1"/>
            <p:extLst>
              <p:ext uri="{D42A27DB-BD31-4B8C-83A1-F6EECF244321}">
                <p14:modId xmlns:p14="http://schemas.microsoft.com/office/powerpoint/2010/main" val="458644293"/>
              </p:ext>
            </p:extLst>
          </p:nvPr>
        </p:nvGraphicFramePr>
        <p:xfrm>
          <a:off x="4678878" y="1432091"/>
          <a:ext cx="6570183" cy="4295110"/>
        </p:xfrm>
        <a:graphic>
          <a:graphicData uri="http://schemas.openxmlformats.org/drawingml/2006/table">
            <a:tbl>
              <a:tblPr firstRow="1" bandRow="1">
                <a:solidFill>
                  <a:srgbClr val="F2F2F2">
                    <a:alpha val="45098"/>
                  </a:srgbClr>
                </a:solidFill>
              </a:tblPr>
              <a:tblGrid>
                <a:gridCol w="2031437">
                  <a:extLst>
                    <a:ext uri="{9D8B030D-6E8A-4147-A177-3AD203B41FA5}">
                      <a16:colId xmlns:a16="http://schemas.microsoft.com/office/drawing/2014/main" val="2910612513"/>
                    </a:ext>
                  </a:extLst>
                </a:gridCol>
                <a:gridCol w="2226667">
                  <a:extLst>
                    <a:ext uri="{9D8B030D-6E8A-4147-A177-3AD203B41FA5}">
                      <a16:colId xmlns:a16="http://schemas.microsoft.com/office/drawing/2014/main" val="3406976925"/>
                    </a:ext>
                  </a:extLst>
                </a:gridCol>
                <a:gridCol w="2312079">
                  <a:extLst>
                    <a:ext uri="{9D8B030D-6E8A-4147-A177-3AD203B41FA5}">
                      <a16:colId xmlns:a16="http://schemas.microsoft.com/office/drawing/2014/main" val="3575548243"/>
                    </a:ext>
                  </a:extLst>
                </a:gridCol>
              </a:tblGrid>
              <a:tr h="519825">
                <a:tc>
                  <a:txBody>
                    <a:bodyPr/>
                    <a:lstStyle/>
                    <a:p>
                      <a:pPr algn="l" rtl="0" fontAlgn="base">
                        <a:lnSpc>
                          <a:spcPts val="1425"/>
                        </a:lnSpc>
                        <a:buNone/>
                      </a:pPr>
                      <a:r>
                        <a:rPr lang="en-US" sz="2000" b="0" i="0" cap="none" spc="0">
                          <a:solidFill>
                            <a:schemeClr val="bg1"/>
                          </a:solidFill>
                          <a:effectLst/>
                          <a:latin typeface="Aptos" panose="020B0004020202020204" pitchFamily="34" charset="0"/>
                        </a:rPr>
                        <a:t>Large Events </a:t>
                      </a:r>
                      <a:endParaRPr lang="en-US" sz="2000" b="0" i="0" cap="none" spc="0">
                        <a:solidFill>
                          <a:schemeClr val="bg1"/>
                        </a:solidFill>
                        <a:effectLst/>
                      </a:endParaRPr>
                    </a:p>
                  </a:txBody>
                  <a:tcPr marL="132042" marR="132042" marT="132042" marB="66020" anchor="ctr">
                    <a:lnL w="12700" cmpd="sng">
                      <a:noFill/>
                    </a:lnL>
                    <a:lnR w="12700" cmpd="sng">
                      <a:noFill/>
                    </a:lnR>
                    <a:lnT w="19050" cap="flat" cmpd="sng" algn="ctr">
                      <a:noFill/>
                      <a:prstDash val="solid"/>
                    </a:lnT>
                    <a:lnB w="38100" cmpd="sng">
                      <a:noFill/>
                    </a:lnB>
                    <a:solidFill>
                      <a:schemeClr val="accent2"/>
                    </a:solidFill>
                  </a:tcPr>
                </a:tc>
                <a:tc>
                  <a:txBody>
                    <a:bodyPr/>
                    <a:lstStyle/>
                    <a:p>
                      <a:pPr algn="l" rtl="0" fontAlgn="base">
                        <a:lnSpc>
                          <a:spcPts val="1425"/>
                        </a:lnSpc>
                        <a:buNone/>
                      </a:pPr>
                      <a:r>
                        <a:rPr lang="en-US" sz="2000" b="0" i="0" cap="none" spc="0">
                          <a:solidFill>
                            <a:schemeClr val="bg1"/>
                          </a:solidFill>
                          <a:effectLst/>
                          <a:latin typeface="Aptos" panose="020B0004020202020204" pitchFamily="34" charset="0"/>
                        </a:rPr>
                        <a:t>Medium Events</a:t>
                      </a:r>
                      <a:endParaRPr lang="en-US" sz="2000" b="0" i="0" cap="none" spc="0">
                        <a:solidFill>
                          <a:schemeClr val="bg1"/>
                        </a:solidFill>
                        <a:effectLst/>
                      </a:endParaRPr>
                    </a:p>
                  </a:txBody>
                  <a:tcPr marL="132042" marR="132042" marT="132042" marB="66020" anchor="ctr">
                    <a:lnL w="12700" cmpd="sng">
                      <a:noFill/>
                    </a:lnL>
                    <a:lnR w="12700" cmpd="sng">
                      <a:noFill/>
                    </a:lnR>
                    <a:lnT w="19050" cap="flat" cmpd="sng" algn="ctr">
                      <a:noFill/>
                      <a:prstDash val="solid"/>
                    </a:lnT>
                    <a:lnB w="38100" cmpd="sng">
                      <a:noFill/>
                    </a:lnB>
                    <a:solidFill>
                      <a:schemeClr val="accent6"/>
                    </a:solidFill>
                  </a:tcPr>
                </a:tc>
                <a:tc>
                  <a:txBody>
                    <a:bodyPr/>
                    <a:lstStyle/>
                    <a:p>
                      <a:pPr algn="l" rtl="0" fontAlgn="base">
                        <a:lnSpc>
                          <a:spcPts val="1425"/>
                        </a:lnSpc>
                        <a:buNone/>
                      </a:pPr>
                      <a:r>
                        <a:rPr lang="en-US" sz="2000" b="0" i="0" cap="none" spc="0">
                          <a:solidFill>
                            <a:schemeClr val="bg1"/>
                          </a:solidFill>
                          <a:effectLst/>
                        </a:rPr>
                        <a:t>Small Events</a:t>
                      </a:r>
                    </a:p>
                  </a:txBody>
                  <a:tcPr marL="132042" marR="132042" marT="132042" marB="66020" anchor="ctr">
                    <a:lnL w="12700" cmpd="sng">
                      <a:noFill/>
                    </a:lnL>
                    <a:lnR w="12700" cmpd="sng">
                      <a:noFill/>
                    </a:lnR>
                    <a:lnT w="19050" cap="flat" cmpd="sng" algn="ctr">
                      <a:noFill/>
                      <a:prstDash val="solid"/>
                    </a:lnT>
                    <a:lnB w="38100" cmpd="sng">
                      <a:noFill/>
                    </a:lnB>
                    <a:solidFill>
                      <a:schemeClr val="accent6"/>
                    </a:solidFill>
                  </a:tcPr>
                </a:tc>
                <a:extLst>
                  <a:ext uri="{0D108BD9-81ED-4DB2-BD59-A6C34878D82A}">
                    <a16:rowId xmlns:a16="http://schemas.microsoft.com/office/drawing/2014/main" val="1785165517"/>
                  </a:ext>
                </a:extLst>
              </a:tr>
              <a:tr h="3775285">
                <a:tc>
                  <a:txBody>
                    <a:bodyPr/>
                    <a:lstStyle/>
                    <a:p>
                      <a:pPr marL="285750" indent="-285750" rtl="0" fontAlgn="base">
                        <a:buFont typeface="Arial" panose="020B0604020202020204" pitchFamily="34" charset="0"/>
                        <a:buChar char="•"/>
                      </a:pPr>
                      <a:r>
                        <a:rPr lang="en-US" sz="1300" b="0" i="0" kern="1200" dirty="0">
                          <a:solidFill>
                            <a:schemeClr val="tx1"/>
                          </a:solidFill>
                          <a:effectLst/>
                          <a:latin typeface="+mn-lt"/>
                          <a:ea typeface="+mn-ea"/>
                          <a:cs typeface="+mn-cs"/>
                        </a:rPr>
                        <a:t>50 or more attendees </a:t>
                      </a:r>
                    </a:p>
                    <a:p>
                      <a:pPr marL="285750" indent="-285750" rtl="0" fontAlgn="base">
                        <a:buFont typeface="Arial" panose="020B0604020202020204" pitchFamily="34" charset="0"/>
                        <a:buChar char="•"/>
                      </a:pPr>
                      <a:endParaRPr lang="en-US" sz="1300" b="0" i="0" kern="1200" dirty="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0" i="0" kern="1200" dirty="0">
                          <a:solidFill>
                            <a:schemeClr val="tx1"/>
                          </a:solidFill>
                          <a:effectLst/>
                          <a:latin typeface="+mn-lt"/>
                          <a:ea typeface="+mn-ea"/>
                          <a:cs typeface="+mn-cs"/>
                        </a:rPr>
                        <a:t>Over 100 hours of planning </a:t>
                      </a:r>
                    </a:p>
                    <a:p>
                      <a:pPr marL="285750" indent="-285750" rtl="0" fontAlgn="base">
                        <a:buFont typeface="Arial" panose="020B0604020202020204" pitchFamily="34" charset="0"/>
                        <a:buChar char="•"/>
                      </a:pPr>
                      <a:endParaRPr lang="en-US" sz="1300" b="0" i="0" kern="1200" dirty="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0" i="0" kern="1200" dirty="0">
                          <a:solidFill>
                            <a:schemeClr val="tx1"/>
                          </a:solidFill>
                          <a:effectLst/>
                          <a:latin typeface="+mn-lt"/>
                          <a:ea typeface="+mn-ea"/>
                          <a:cs typeface="+mn-cs"/>
                        </a:rPr>
                        <a:t>Examples: conferences and symposiums </a:t>
                      </a:r>
                    </a:p>
                    <a:p>
                      <a:pPr marL="285750" indent="-285750" rtl="0" fontAlgn="base">
                        <a:buFont typeface="Arial" panose="020B0604020202020204" pitchFamily="34" charset="0"/>
                        <a:buChar char="•"/>
                      </a:pPr>
                      <a:endParaRPr lang="en-US" sz="1300" b="0" i="0" kern="1200" dirty="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1" i="0" kern="1200" dirty="0">
                          <a:solidFill>
                            <a:schemeClr val="tx1"/>
                          </a:solidFill>
                          <a:effectLst/>
                          <a:latin typeface="+mn-lt"/>
                          <a:ea typeface="+mn-ea"/>
                          <a:cs typeface="+mn-cs"/>
                        </a:rPr>
                        <a:t>Planned by OE</a:t>
                      </a:r>
                    </a:p>
                    <a:p>
                      <a:pPr algn="l" rtl="0" fontAlgn="base">
                        <a:lnSpc>
                          <a:spcPts val="1425"/>
                        </a:lnSpc>
                        <a:buFont typeface="Arial" panose="020B0604020202020204" pitchFamily="34" charset="0"/>
                        <a:buNone/>
                      </a:pPr>
                      <a:endParaRPr lang="en-US" sz="1700" b="0" i="0" cap="none" spc="0" dirty="0">
                        <a:solidFill>
                          <a:schemeClr val="tx1"/>
                        </a:solidFill>
                        <a:effectLst/>
                        <a:latin typeface="Aptos" panose="020B0004020202020204" pitchFamily="34" charset="0"/>
                      </a:endParaRPr>
                    </a:p>
                  </a:txBody>
                  <a:tcPr marL="132042" marR="132042" marT="132042" marB="66020">
                    <a:lnL w="12700" cmpd="sng">
                      <a:noFill/>
                      <a:prstDash val="solid"/>
                    </a:lnL>
                    <a:lnR w="12700" cmpd="sng">
                      <a:noFill/>
                      <a:prstDash val="solid"/>
                    </a:lnR>
                    <a:lnT w="38100" cmpd="sng">
                      <a:noFill/>
                    </a:lnT>
                    <a:lnB w="12700" cmpd="sng">
                      <a:noFill/>
                      <a:prstDash val="solid"/>
                    </a:lnB>
                    <a:solidFill>
                      <a:schemeClr val="accent2">
                        <a:lumMod val="40000"/>
                        <a:lumOff val="60000"/>
                        <a:alpha val="45098"/>
                      </a:schemeClr>
                    </a:solidFill>
                  </a:tcPr>
                </a:tc>
                <a:tc>
                  <a:txBody>
                    <a:bodyPr/>
                    <a:lstStyle/>
                    <a:p>
                      <a:pPr marL="285750" indent="-285750" rtl="0" fontAlgn="base">
                        <a:buFont typeface="Arial" panose="020B0604020202020204" pitchFamily="34" charset="0"/>
                        <a:buChar char="•"/>
                      </a:pPr>
                      <a:r>
                        <a:rPr lang="en-US" sz="1300" b="0" i="0" kern="1200">
                          <a:solidFill>
                            <a:schemeClr val="tx1"/>
                          </a:solidFill>
                          <a:effectLst/>
                          <a:latin typeface="+mn-lt"/>
                          <a:ea typeface="+mn-ea"/>
                          <a:cs typeface="+mn-cs"/>
                        </a:rPr>
                        <a:t>Less than 50 attendees </a:t>
                      </a:r>
                    </a:p>
                    <a:p>
                      <a:pPr marL="285750" indent="-285750" rtl="0" fontAlgn="base">
                        <a:buFont typeface="Arial" panose="020B0604020202020204" pitchFamily="34" charset="0"/>
                        <a:buChar char="•"/>
                      </a:pPr>
                      <a:endParaRPr lang="en-US" sz="1300" b="0" i="0" kern="120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0" i="0" kern="1200">
                          <a:solidFill>
                            <a:schemeClr val="tx1"/>
                          </a:solidFill>
                          <a:effectLst/>
                          <a:latin typeface="+mn-lt"/>
                          <a:ea typeface="+mn-ea"/>
                          <a:cs typeface="+mn-cs"/>
                        </a:rPr>
                        <a:t>10-100 hours of planning </a:t>
                      </a:r>
                    </a:p>
                    <a:p>
                      <a:pPr marL="285750" indent="-285750" rtl="0" fontAlgn="base">
                        <a:buFont typeface="Arial" panose="020B0604020202020204" pitchFamily="34" charset="0"/>
                        <a:buChar char="•"/>
                      </a:pPr>
                      <a:endParaRPr lang="en-US" sz="1300" b="0" i="0" kern="120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0" i="0" kern="1200">
                          <a:solidFill>
                            <a:schemeClr val="tx1"/>
                          </a:solidFill>
                          <a:effectLst/>
                          <a:latin typeface="+mn-lt"/>
                          <a:ea typeface="+mn-ea"/>
                          <a:cs typeface="+mn-cs"/>
                        </a:rPr>
                        <a:t>Examples: workshops, panels, salons, book launches, presentations, lectures, guest speakers</a:t>
                      </a:r>
                    </a:p>
                    <a:p>
                      <a:pPr marL="285750" indent="-285750" rtl="0" fontAlgn="base">
                        <a:buFont typeface="Arial" panose="020B0604020202020204" pitchFamily="34" charset="0"/>
                        <a:buChar char="•"/>
                      </a:pPr>
                      <a:endParaRPr lang="en-US" sz="1300" b="0" i="0" kern="1200">
                        <a:solidFill>
                          <a:schemeClr val="tx1"/>
                        </a:solidFill>
                        <a:effectLst/>
                        <a:latin typeface="+mn-lt"/>
                        <a:ea typeface="+mn-ea"/>
                        <a:cs typeface="+mn-cs"/>
                      </a:endParaRPr>
                    </a:p>
                    <a:p>
                      <a:pPr marL="285750" indent="-285750" rtl="0" fontAlgn="base">
                        <a:buFont typeface="Arial" panose="020B0604020202020204" pitchFamily="34" charset="0"/>
                        <a:buChar char="•"/>
                      </a:pPr>
                      <a:r>
                        <a:rPr lang="en-US" sz="1300" b="1" i="0" kern="1200">
                          <a:solidFill>
                            <a:schemeClr val="tx1"/>
                          </a:solidFill>
                          <a:effectLst/>
                          <a:latin typeface="+mn-lt"/>
                          <a:ea typeface="+mn-ea"/>
                          <a:cs typeface="+mn-cs"/>
                        </a:rPr>
                        <a:t>Planned by AAD</a:t>
                      </a:r>
                    </a:p>
                    <a:p>
                      <a:pPr algn="l" rtl="0" fontAlgn="base">
                        <a:lnSpc>
                          <a:spcPts val="1425"/>
                        </a:lnSpc>
                        <a:buFont typeface="Arial" panose="020B0604020202020204" pitchFamily="34" charset="0"/>
                        <a:buNone/>
                      </a:pPr>
                      <a:endParaRPr lang="en-US" sz="1700" b="0" i="0" cap="none" spc="0">
                        <a:solidFill>
                          <a:schemeClr val="tx1"/>
                        </a:solidFill>
                        <a:effectLst/>
                        <a:latin typeface="Aptos" panose="020B0004020202020204" pitchFamily="34" charset="0"/>
                      </a:endParaRPr>
                    </a:p>
                  </a:txBody>
                  <a:tcPr marL="132042" marR="132042" marT="132042" marB="66020">
                    <a:lnL w="12700" cmpd="sng">
                      <a:noFill/>
                      <a:prstDash val="solid"/>
                    </a:lnL>
                    <a:lnR w="12700" cmpd="sng">
                      <a:noFill/>
                      <a:prstDash val="solid"/>
                    </a:lnR>
                    <a:lnT w="38100" cmpd="sng">
                      <a:noFill/>
                    </a:lnT>
                    <a:lnB w="12700" cmpd="sng">
                      <a:noFill/>
                      <a:prstDash val="solid"/>
                    </a:lnB>
                    <a:solidFill>
                      <a:schemeClr val="accent6">
                        <a:lumMod val="20000"/>
                        <a:lumOff val="80000"/>
                        <a:alpha val="45098"/>
                      </a:schemeClr>
                    </a:solidFill>
                  </a:tcPr>
                </a:tc>
                <a:tc>
                  <a:txBody>
                    <a:bodyPr/>
                    <a:lstStyle/>
                    <a:p>
                      <a:pPr marL="285750" lvl="0" indent="-285750">
                        <a:buFont typeface="Arial" panose="020B0604020202020204" pitchFamily="34" charset="0"/>
                        <a:buChar char="•"/>
                      </a:pPr>
                      <a:r>
                        <a:rPr lang="en-US" sz="1300" kern="1200" dirty="0">
                          <a:solidFill>
                            <a:schemeClr val="tx1"/>
                          </a:solidFill>
                          <a:effectLst/>
                          <a:latin typeface="+mn-lt"/>
                          <a:ea typeface="+mn-ea"/>
                          <a:cs typeface="+mn-cs"/>
                        </a:rPr>
                        <a:t>Less than 10 planning hours</a:t>
                      </a:r>
                    </a:p>
                    <a:p>
                      <a:pPr marL="285750" lvl="0" indent="-285750">
                        <a:buFont typeface="Arial" panose="020B0604020202020204" pitchFamily="34" charset="0"/>
                        <a:buChar char="•"/>
                      </a:pPr>
                      <a:endParaRPr lang="en-US" sz="13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300" kern="1200" dirty="0">
                          <a:solidFill>
                            <a:schemeClr val="tx1"/>
                          </a:solidFill>
                          <a:effectLst/>
                          <a:latin typeface="+mn-lt"/>
                          <a:ea typeface="+mn-ea"/>
                          <a:cs typeface="+mn-cs"/>
                        </a:rPr>
                        <a:t>Minimal planning components</a:t>
                      </a:r>
                    </a:p>
                    <a:p>
                      <a:pPr marL="285750" lvl="0" indent="-285750">
                        <a:buFont typeface="Arial" panose="020B0604020202020204" pitchFamily="34" charset="0"/>
                        <a:buChar char="•"/>
                      </a:pPr>
                      <a:endParaRPr lang="en-US" sz="1300" kern="1200" dirty="0">
                        <a:solidFill>
                          <a:schemeClr val="tx1"/>
                        </a:solidFill>
                        <a:effectLst/>
                        <a:latin typeface="+mn-lt"/>
                        <a:ea typeface="+mn-ea"/>
                        <a:cs typeface="+mn-cs"/>
                      </a:endParaRPr>
                    </a:p>
                    <a:p>
                      <a:pPr marL="285750" lvl="0" indent="-285750">
                        <a:buFont typeface="Arial" panose="020B0604020202020204" pitchFamily="34" charset="0"/>
                        <a:buChar char="•"/>
                      </a:pPr>
                      <a:r>
                        <a:rPr lang="en-US" sz="1300" kern="1200" dirty="0">
                          <a:solidFill>
                            <a:schemeClr val="tx1"/>
                          </a:solidFill>
                          <a:effectLst/>
                          <a:latin typeface="+mn-lt"/>
                          <a:ea typeface="+mn-ea"/>
                          <a:cs typeface="+mn-cs"/>
                        </a:rPr>
                        <a:t>Example: virtual event</a:t>
                      </a:r>
                    </a:p>
                    <a:p>
                      <a:pPr marL="285750" lvl="0" indent="-285750">
                        <a:buFont typeface="Arial" panose="020B0604020202020204" pitchFamily="34" charset="0"/>
                        <a:buChar char="•"/>
                      </a:pPr>
                      <a:endParaRPr lang="en-US" sz="1300" kern="1200" dirty="0">
                        <a:solidFill>
                          <a:schemeClr val="tx1"/>
                        </a:solidFill>
                        <a:effectLst/>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1" i="0" kern="1200" dirty="0">
                          <a:solidFill>
                            <a:schemeClr val="tx1"/>
                          </a:solidFill>
                          <a:effectLst/>
                          <a:latin typeface="+mn-lt"/>
                          <a:ea typeface="+mn-ea"/>
                          <a:cs typeface="+mn-cs"/>
                        </a:rPr>
                        <a:t>Planned by AAD</a:t>
                      </a:r>
                    </a:p>
                    <a:p>
                      <a:pPr marL="285750" lvl="0" indent="-285750">
                        <a:buFont typeface="Arial" panose="020B0604020202020204" pitchFamily="34" charset="0"/>
                        <a:buChar char="•"/>
                      </a:pPr>
                      <a:endParaRPr lang="en-US" sz="1300" kern="1200" dirty="0">
                        <a:solidFill>
                          <a:schemeClr val="tx1"/>
                        </a:solidFill>
                        <a:effectLst/>
                        <a:latin typeface="+mn-lt"/>
                        <a:ea typeface="+mn-ea"/>
                        <a:cs typeface="+mn-cs"/>
                      </a:endParaRPr>
                    </a:p>
                    <a:p>
                      <a:pPr algn="l" rtl="0" fontAlgn="base">
                        <a:lnSpc>
                          <a:spcPts val="1425"/>
                        </a:lnSpc>
                        <a:buFont typeface="Arial" panose="020B0604020202020204" pitchFamily="34" charset="0"/>
                        <a:buNone/>
                      </a:pPr>
                      <a:endParaRPr lang="en-US" sz="1700" b="0" i="0" cap="none" spc="0" dirty="0">
                        <a:solidFill>
                          <a:schemeClr val="tx1"/>
                        </a:solidFill>
                        <a:effectLst/>
                        <a:latin typeface="Aptos" panose="020B0004020202020204" pitchFamily="34" charset="0"/>
                      </a:endParaRPr>
                    </a:p>
                  </a:txBody>
                  <a:tcPr marL="132042" marR="132042" marT="132042" marB="66020">
                    <a:lnL w="12700" cmpd="sng">
                      <a:noFill/>
                      <a:prstDash val="solid"/>
                    </a:lnL>
                    <a:lnR w="12700" cmpd="sng">
                      <a:noFill/>
                      <a:prstDash val="solid"/>
                    </a:lnR>
                    <a:lnT w="38100" cmpd="sng">
                      <a:noFill/>
                    </a:lnT>
                    <a:lnB w="12700" cmpd="sng">
                      <a:noFill/>
                      <a:prstDash val="solid"/>
                    </a:lnB>
                    <a:solidFill>
                      <a:schemeClr val="accent6">
                        <a:lumMod val="20000"/>
                        <a:lumOff val="80000"/>
                        <a:alpha val="45098"/>
                      </a:schemeClr>
                    </a:solidFill>
                  </a:tcPr>
                </a:tc>
                <a:extLst>
                  <a:ext uri="{0D108BD9-81ED-4DB2-BD59-A6C34878D82A}">
                    <a16:rowId xmlns:a16="http://schemas.microsoft.com/office/drawing/2014/main" val="3310506647"/>
                  </a:ext>
                </a:extLst>
              </a:tr>
            </a:tbl>
          </a:graphicData>
        </a:graphic>
      </p:graphicFrame>
    </p:spTree>
    <p:extLst>
      <p:ext uri="{BB962C8B-B14F-4D97-AF65-F5344CB8AC3E}">
        <p14:creationId xmlns:p14="http://schemas.microsoft.com/office/powerpoint/2010/main" val="178473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698394-DA7D-98B6-13DB-43D354D3B89E}"/>
              </a:ext>
            </a:extLst>
          </p:cNvPr>
          <p:cNvSpPr>
            <a:spLocks noGrp="1"/>
          </p:cNvSpPr>
          <p:nvPr>
            <p:ph type="title"/>
          </p:nvPr>
        </p:nvSpPr>
        <p:spPr>
          <a:xfrm>
            <a:off x="1007317" y="-116008"/>
            <a:ext cx="10173010" cy="1080159"/>
          </a:xfrm>
        </p:spPr>
        <p:txBody>
          <a:bodyPr anchor="ctr">
            <a:normAutofit/>
          </a:bodyPr>
          <a:lstStyle/>
          <a:p>
            <a:r>
              <a:rPr lang="en-US" sz="4800" dirty="0"/>
              <a:t>Staff Roles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9B2BF93E-FD9F-4BCB-C5B2-D179379EF0F8}"/>
              </a:ext>
            </a:extLst>
          </p:cNvPr>
          <p:cNvGraphicFramePr>
            <a:graphicFrameLocks noGrp="1"/>
          </p:cNvGraphicFramePr>
          <p:nvPr>
            <p:ph idx="1"/>
            <p:extLst>
              <p:ext uri="{D42A27DB-BD31-4B8C-83A1-F6EECF244321}">
                <p14:modId xmlns:p14="http://schemas.microsoft.com/office/powerpoint/2010/main" val="2059377552"/>
              </p:ext>
            </p:extLst>
          </p:nvPr>
        </p:nvGraphicFramePr>
        <p:xfrm>
          <a:off x="640079" y="856169"/>
          <a:ext cx="10907487" cy="5847734"/>
        </p:xfrm>
        <a:graphic>
          <a:graphicData uri="http://schemas.openxmlformats.org/drawingml/2006/table">
            <a:tbl>
              <a:tblPr firstRow="1" bandRow="1">
                <a:tableStyleId>{00A15C55-8517-42AA-B614-E9B94910E393}</a:tableStyleId>
              </a:tblPr>
              <a:tblGrid>
                <a:gridCol w="3725492">
                  <a:extLst>
                    <a:ext uri="{9D8B030D-6E8A-4147-A177-3AD203B41FA5}">
                      <a16:colId xmlns:a16="http://schemas.microsoft.com/office/drawing/2014/main" val="3418036195"/>
                    </a:ext>
                  </a:extLst>
                </a:gridCol>
                <a:gridCol w="3582097">
                  <a:extLst>
                    <a:ext uri="{9D8B030D-6E8A-4147-A177-3AD203B41FA5}">
                      <a16:colId xmlns:a16="http://schemas.microsoft.com/office/drawing/2014/main" val="3574956403"/>
                    </a:ext>
                  </a:extLst>
                </a:gridCol>
                <a:gridCol w="3599898">
                  <a:extLst>
                    <a:ext uri="{9D8B030D-6E8A-4147-A177-3AD203B41FA5}">
                      <a16:colId xmlns:a16="http://schemas.microsoft.com/office/drawing/2014/main" val="3101281961"/>
                    </a:ext>
                  </a:extLst>
                </a:gridCol>
              </a:tblGrid>
              <a:tr h="420498">
                <a:tc>
                  <a:txBody>
                    <a:bodyPr/>
                    <a:lstStyle/>
                    <a:p>
                      <a:r>
                        <a:rPr lang="en-US" sz="1600" b="1" kern="1200">
                          <a:solidFill>
                            <a:schemeClr val="lt1"/>
                          </a:solidFill>
                          <a:effectLst/>
                        </a:rPr>
                        <a:t>Academic Department Lead(s)</a:t>
                      </a:r>
                      <a:endParaRPr lang="en-US" sz="1600" b="1"/>
                    </a:p>
                  </a:txBody>
                  <a:tcPr marL="62756" marR="62756" marT="31378" marB="31378"/>
                </a:tc>
                <a:tc>
                  <a:txBody>
                    <a:bodyPr/>
                    <a:lstStyle/>
                    <a:p>
                      <a:r>
                        <a:rPr lang="en-US" sz="1600" b="1" kern="1200">
                          <a:solidFill>
                            <a:schemeClr val="lt1"/>
                          </a:solidFill>
                          <a:effectLst/>
                        </a:rPr>
                        <a:t>OE Manager/AOS</a:t>
                      </a:r>
                      <a:endParaRPr lang="en-US" sz="1600" b="1"/>
                    </a:p>
                  </a:txBody>
                  <a:tcPr marL="62756" marR="62756" marT="31378" marB="31378"/>
                </a:tc>
                <a:tc>
                  <a:txBody>
                    <a:bodyPr/>
                    <a:lstStyle/>
                    <a:p>
                      <a:r>
                        <a:rPr lang="en-US" sz="1600"/>
                        <a:t>Student Workers</a:t>
                      </a:r>
                    </a:p>
                  </a:txBody>
                  <a:tcPr marL="62756" marR="62756" marT="31378" marB="31378"/>
                </a:tc>
                <a:extLst>
                  <a:ext uri="{0D108BD9-81ED-4DB2-BD59-A6C34878D82A}">
                    <a16:rowId xmlns:a16="http://schemas.microsoft.com/office/drawing/2014/main" val="2690661487"/>
                  </a:ext>
                </a:extLst>
              </a:tr>
              <a:tr h="4183016">
                <a:tc>
                  <a:txBody>
                    <a:bodyPr/>
                    <a:lstStyle/>
                    <a:p>
                      <a:pPr marL="285750" indent="-285750">
                        <a:buFont typeface="Arial" panose="020B0604020202020204" pitchFamily="34" charset="0"/>
                        <a:buChar char="•"/>
                      </a:pPr>
                      <a:r>
                        <a:rPr lang="en-US" sz="1800" b="0" kern="1200" dirty="0">
                          <a:solidFill>
                            <a:schemeClr val="dk1"/>
                          </a:solidFill>
                          <a:effectLst/>
                        </a:rPr>
                        <a:t>Representative from the academic department</a:t>
                      </a:r>
                    </a:p>
                    <a:p>
                      <a:pPr marL="285750" indent="-285750">
                        <a:buFont typeface="Arial" panose="020B0604020202020204" pitchFamily="34" charset="0"/>
                        <a:buChar char="•"/>
                      </a:pPr>
                      <a:endParaRPr lang="en-US" sz="1800" b="0" kern="1200" dirty="0">
                        <a:solidFill>
                          <a:schemeClr val="dk1"/>
                        </a:solidFill>
                        <a:effectLst/>
                      </a:endParaRPr>
                    </a:p>
                    <a:p>
                      <a:pPr marL="285750" indent="-285750">
                        <a:buFont typeface="Arial" panose="020B0604020202020204" pitchFamily="34" charset="0"/>
                        <a:buChar char="•"/>
                      </a:pPr>
                      <a:r>
                        <a:rPr lang="en-US" sz="1800" b="0" kern="1200" dirty="0">
                          <a:solidFill>
                            <a:schemeClr val="dk1"/>
                          </a:solidFill>
                          <a:effectLst/>
                        </a:rPr>
                        <a:t>Creates the vision, target audience, modality, institutional alignment</a:t>
                      </a:r>
                    </a:p>
                    <a:p>
                      <a:pPr marL="285750" indent="-285750">
                        <a:buFont typeface="Arial" panose="020B0604020202020204" pitchFamily="34" charset="0"/>
                        <a:buChar char="•"/>
                      </a:pPr>
                      <a:endParaRPr lang="en-US" sz="1800" b="0" kern="1200" dirty="0">
                        <a:solidFill>
                          <a:schemeClr val="dk1"/>
                        </a:solidFill>
                        <a:effectLst/>
                      </a:endParaRPr>
                    </a:p>
                    <a:p>
                      <a:pPr marL="285750" indent="-285750">
                        <a:buFont typeface="Arial" panose="020B0604020202020204" pitchFamily="34" charset="0"/>
                        <a:buChar char="•"/>
                      </a:pPr>
                      <a:r>
                        <a:rPr lang="en-US" sz="1800" b="0" kern="1200" dirty="0">
                          <a:solidFill>
                            <a:schemeClr val="dk1"/>
                          </a:solidFill>
                          <a:effectLst/>
                        </a:rPr>
                        <a:t>Informs scholarly content</a:t>
                      </a:r>
                    </a:p>
                    <a:p>
                      <a:pPr marL="285750" indent="-285750">
                        <a:buFont typeface="Arial" panose="020B0604020202020204" pitchFamily="34" charset="0"/>
                        <a:buChar char="•"/>
                      </a:pPr>
                      <a:endParaRPr lang="en-US" sz="1800" b="0" kern="1200" dirty="0">
                        <a:solidFill>
                          <a:schemeClr val="dk1"/>
                        </a:solidFill>
                        <a:effectLst/>
                      </a:endParaRPr>
                    </a:p>
                    <a:p>
                      <a:pPr marL="285750" indent="-285750">
                        <a:buFont typeface="Arial" panose="020B0604020202020204" pitchFamily="34" charset="0"/>
                        <a:buChar char="•"/>
                      </a:pPr>
                      <a:r>
                        <a:rPr lang="en-US" sz="1800" b="0" kern="1200" dirty="0">
                          <a:solidFill>
                            <a:schemeClr val="dk1"/>
                          </a:solidFill>
                          <a:effectLst/>
                        </a:rPr>
                        <a:t>Provides direction and approves programming</a:t>
                      </a:r>
                    </a:p>
                    <a:p>
                      <a:pPr marL="285750" indent="-285750">
                        <a:buFont typeface="Arial" panose="020B0604020202020204" pitchFamily="34" charset="0"/>
                        <a:buChar char="•"/>
                      </a:pPr>
                      <a:endParaRPr lang="en-US" sz="1800" b="0" kern="1200" dirty="0">
                        <a:solidFill>
                          <a:schemeClr val="dk1"/>
                        </a:solidFill>
                        <a:effectLst/>
                      </a:endParaRPr>
                    </a:p>
                    <a:p>
                      <a:pPr marL="285750" indent="-285750">
                        <a:buFont typeface="Arial" panose="020B0604020202020204" pitchFamily="34" charset="0"/>
                        <a:buChar char="•"/>
                      </a:pPr>
                      <a:r>
                        <a:rPr lang="en-US" sz="1800" b="0" kern="1200" dirty="0">
                          <a:solidFill>
                            <a:schemeClr val="dk1"/>
                          </a:solidFill>
                          <a:effectLst/>
                        </a:rPr>
                        <a:t>Recruits presenters</a:t>
                      </a:r>
                    </a:p>
                    <a:p>
                      <a:endParaRPr lang="en-US" sz="1800" dirty="0"/>
                    </a:p>
                  </a:txBody>
                  <a:tcPr marL="62756" marR="62756" marT="31378" marB="31378"/>
                </a:tc>
                <a:tc>
                  <a:txBody>
                    <a:bodyPr/>
                    <a:lstStyle/>
                    <a:p>
                      <a:pPr marL="285750" indent="-285750">
                        <a:buFont typeface="Arial" panose="020B0604020202020204" pitchFamily="34" charset="0"/>
                        <a:buChar char="•"/>
                      </a:pPr>
                      <a:r>
                        <a:rPr lang="en-US" sz="1800" dirty="0"/>
                        <a:t>Creates event schedule and work plan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Collects materials such as presentations and bios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Manages catering, venue, and supply logistics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Liaises with vendors and other departments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Books lodging accommodations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Manages event budget and processes payments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1800" dirty="0"/>
                        <a:t>Coordinates presenter contracts with Legal Affairs Coordinator</a:t>
                      </a:r>
                    </a:p>
                  </a:txBody>
                  <a:tcPr marL="62756" marR="62756" marT="31378" marB="31378"/>
                </a:tc>
                <a:tc>
                  <a:txBody>
                    <a:bodyPr/>
                    <a:lstStyle/>
                    <a:p>
                      <a:r>
                        <a:rPr lang="en-US" sz="1800" dirty="0"/>
                        <a:t>Assists with specific event tasks:</a:t>
                      </a:r>
                    </a:p>
                    <a:p>
                      <a:endParaRPr lang="en-US" sz="1800" dirty="0"/>
                    </a:p>
                    <a:p>
                      <a:pPr marL="285750" indent="-285750">
                        <a:buFont typeface="Arial" panose="020B0604020202020204" pitchFamily="34" charset="0"/>
                        <a:buChar char="•"/>
                      </a:pPr>
                      <a:r>
                        <a:rPr lang="en-US" sz="1800" dirty="0"/>
                        <a:t>Creating flyers, newsletters, and social media content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Designing programs and other print materials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Creating SharePoint news posts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Event setup/cleanup</a:t>
                      </a:r>
                    </a:p>
                    <a:p>
                      <a:endParaRPr lang="en-US" sz="1800" dirty="0"/>
                    </a:p>
                  </a:txBody>
                  <a:tcPr marL="62756" marR="62756" marT="31378" marB="31378"/>
                </a:tc>
                <a:extLst>
                  <a:ext uri="{0D108BD9-81ED-4DB2-BD59-A6C34878D82A}">
                    <a16:rowId xmlns:a16="http://schemas.microsoft.com/office/drawing/2014/main" val="2568827450"/>
                  </a:ext>
                </a:extLst>
              </a:tr>
            </a:tbl>
          </a:graphicData>
        </a:graphic>
      </p:graphicFrame>
    </p:spTree>
    <p:extLst>
      <p:ext uri="{BB962C8B-B14F-4D97-AF65-F5344CB8AC3E}">
        <p14:creationId xmlns:p14="http://schemas.microsoft.com/office/powerpoint/2010/main" val="683800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2CF09F-BE9B-D6AF-32DE-7634ABA9C2C7}"/>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Event Approval Process</a:t>
            </a:r>
          </a:p>
        </p:txBody>
      </p:sp>
      <p:sp>
        <p:nvSpPr>
          <p:cNvPr id="3" name="Text Placeholder 2">
            <a:extLst>
              <a:ext uri="{FF2B5EF4-FFF2-40B4-BE49-F238E27FC236}">
                <a16:creationId xmlns:a16="http://schemas.microsoft.com/office/drawing/2014/main" id="{F50DE58E-F2D0-C7E4-6474-5A817AD312E2}"/>
              </a:ext>
            </a:extLst>
          </p:cNvPr>
          <p:cNvSpPr>
            <a:spLocks noGrp="1"/>
          </p:cNvSpPr>
          <p:nvPr>
            <p:ph type="body" idx="1"/>
          </p:nvPr>
        </p:nvSpPr>
        <p:spPr>
          <a:xfrm>
            <a:off x="1524000" y="5514052"/>
            <a:ext cx="9144000" cy="651910"/>
          </a:xfrm>
        </p:spPr>
        <p:txBody>
          <a:bodyPr vert="horz" lIns="91440" tIns="45720" rIns="91440" bIns="45720" rtlCol="0" anchor="ctr">
            <a:normAutofit/>
          </a:bodyPr>
          <a:lstStyle/>
          <a:p>
            <a:pPr algn="ctr"/>
            <a:endParaRPr lang="en-US" sz="2400" kern="1200">
              <a:solidFill>
                <a:schemeClr val="tx1"/>
              </a:solidFill>
              <a:latin typeface="+mn-lt"/>
              <a:ea typeface="+mn-ea"/>
              <a:cs typeface="+mn-cs"/>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4645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9E2F2-DCF6-1817-3003-285FB46B8FED}"/>
              </a:ext>
            </a:extLst>
          </p:cNvPr>
          <p:cNvSpPr>
            <a:spLocks noGrp="1"/>
          </p:cNvSpPr>
          <p:nvPr>
            <p:ph type="title"/>
          </p:nvPr>
        </p:nvSpPr>
        <p:spPr>
          <a:xfrm>
            <a:off x="1285240" y="1050595"/>
            <a:ext cx="8074815" cy="1618489"/>
          </a:xfrm>
        </p:spPr>
        <p:txBody>
          <a:bodyPr anchor="ctr">
            <a:normAutofit/>
          </a:bodyPr>
          <a:lstStyle/>
          <a:p>
            <a:r>
              <a:rPr lang="en-US" sz="5000"/>
              <a:t>Large Event Approval Process</a:t>
            </a:r>
          </a:p>
        </p:txBody>
      </p:sp>
      <p:sp>
        <p:nvSpPr>
          <p:cNvPr id="14" name="Content Placeholder 2">
            <a:extLst>
              <a:ext uri="{FF2B5EF4-FFF2-40B4-BE49-F238E27FC236}">
                <a16:creationId xmlns:a16="http://schemas.microsoft.com/office/drawing/2014/main" id="{E8F3515A-79BC-2E74-05A7-0EF5AF46526F}"/>
              </a:ext>
            </a:extLst>
          </p:cNvPr>
          <p:cNvSpPr>
            <a:spLocks noGrp="1"/>
          </p:cNvSpPr>
          <p:nvPr>
            <p:ph idx="1"/>
          </p:nvPr>
        </p:nvSpPr>
        <p:spPr>
          <a:xfrm>
            <a:off x="1285240" y="2514600"/>
            <a:ext cx="9618980" cy="3255264"/>
          </a:xfrm>
        </p:spPr>
        <p:txBody>
          <a:bodyPr anchor="t">
            <a:normAutofit fontScale="92500" lnSpcReduction="20000"/>
          </a:bodyPr>
          <a:lstStyle/>
          <a:p>
            <a:pPr fontAlgn="base"/>
            <a:r>
              <a:rPr lang="en-US" sz="2400" dirty="0"/>
              <a:t>Deadline to approve: 1 year in advance and during the AY budget planning process </a:t>
            </a:r>
          </a:p>
          <a:p>
            <a:pPr fontAlgn="base"/>
            <a:endParaRPr lang="en-US" sz="2400" dirty="0"/>
          </a:p>
          <a:p>
            <a:pPr fontAlgn="base"/>
            <a:r>
              <a:rPr lang="en-US" sz="2400" dirty="0"/>
              <a:t>Three required approvals: </a:t>
            </a:r>
          </a:p>
          <a:p>
            <a:pPr marL="914400" lvl="1" indent="-457200" fontAlgn="base">
              <a:buFont typeface="+mj-lt"/>
              <a:buAutoNum type="arabicPeriod"/>
            </a:pPr>
            <a:r>
              <a:rPr lang="en-US" dirty="0"/>
              <a:t>Department Chair: Program alignment</a:t>
            </a:r>
          </a:p>
          <a:p>
            <a:pPr marL="914400" lvl="1" indent="-457200" fontAlgn="base">
              <a:buFont typeface="+mj-lt"/>
              <a:buAutoNum type="arabicPeriod"/>
            </a:pPr>
            <a:r>
              <a:rPr lang="en-US" dirty="0"/>
              <a:t>Vice Provost: Budget approval</a:t>
            </a:r>
          </a:p>
          <a:p>
            <a:pPr marL="914400" lvl="1" indent="-457200" fontAlgn="base">
              <a:buFont typeface="+mj-lt"/>
              <a:buAutoNum type="arabicPeriod"/>
            </a:pPr>
            <a:r>
              <a:rPr lang="en-US" dirty="0"/>
              <a:t>OE: approval criteria based on staffing capacity, available space, sufficient lead time, etc.</a:t>
            </a:r>
          </a:p>
          <a:p>
            <a:pPr marL="457200" lvl="1" indent="0" fontAlgn="base">
              <a:buNone/>
            </a:pPr>
            <a:endParaRPr lang="en-US" dirty="0"/>
          </a:p>
          <a:p>
            <a:pPr fontAlgn="base"/>
            <a:r>
              <a:rPr lang="en-US" sz="2400" dirty="0"/>
              <a:t>Once approved, event is assigned to an OE event manager</a:t>
            </a:r>
          </a:p>
          <a:p>
            <a:endParaRPr lang="en-US" sz="1500" dirty="0"/>
          </a:p>
        </p:txBody>
      </p:sp>
    </p:spTree>
    <p:extLst>
      <p:ext uri="{BB962C8B-B14F-4D97-AF65-F5344CB8AC3E}">
        <p14:creationId xmlns:p14="http://schemas.microsoft.com/office/powerpoint/2010/main" val="23114279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A8871E-D199-5A46-11DB-2C5F971A133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5AD408-9FBE-8280-A677-E4C442CD0105}"/>
              </a:ext>
            </a:extLst>
          </p:cNvPr>
          <p:cNvSpPr>
            <a:spLocks noGrp="1"/>
          </p:cNvSpPr>
          <p:nvPr>
            <p:ph type="title"/>
          </p:nvPr>
        </p:nvSpPr>
        <p:spPr>
          <a:xfrm>
            <a:off x="1285240" y="1050595"/>
            <a:ext cx="9939020" cy="1618489"/>
          </a:xfrm>
        </p:spPr>
        <p:txBody>
          <a:bodyPr anchor="ctr">
            <a:normAutofit/>
          </a:bodyPr>
          <a:lstStyle/>
          <a:p>
            <a:r>
              <a:rPr lang="en-US" sz="5000" dirty="0"/>
              <a:t>Medium Event Approval Process</a:t>
            </a:r>
          </a:p>
        </p:txBody>
      </p:sp>
      <p:sp>
        <p:nvSpPr>
          <p:cNvPr id="3" name="Content Placeholder 2">
            <a:extLst>
              <a:ext uri="{FF2B5EF4-FFF2-40B4-BE49-F238E27FC236}">
                <a16:creationId xmlns:a16="http://schemas.microsoft.com/office/drawing/2014/main" id="{7D616B0B-463B-B2BA-9255-BF50D897BE1B}"/>
              </a:ext>
            </a:extLst>
          </p:cNvPr>
          <p:cNvSpPr>
            <a:spLocks noGrp="1"/>
          </p:cNvSpPr>
          <p:nvPr>
            <p:ph idx="1"/>
          </p:nvPr>
        </p:nvSpPr>
        <p:spPr>
          <a:xfrm>
            <a:off x="1285240" y="2491740"/>
            <a:ext cx="9378950" cy="3278125"/>
          </a:xfrm>
        </p:spPr>
        <p:txBody>
          <a:bodyPr anchor="t">
            <a:normAutofit fontScale="92500" lnSpcReduction="10000"/>
          </a:bodyPr>
          <a:lstStyle/>
          <a:p>
            <a:pPr fontAlgn="base"/>
            <a:r>
              <a:rPr lang="en-US" sz="2400" dirty="0"/>
              <a:t>Deadline to approve: 4 months in advance and before the start of the semester</a:t>
            </a:r>
          </a:p>
          <a:p>
            <a:pPr fontAlgn="base"/>
            <a:endParaRPr lang="en-US" sz="2400" dirty="0"/>
          </a:p>
          <a:p>
            <a:pPr fontAlgn="base"/>
            <a:r>
              <a:rPr lang="en-US" sz="2400" dirty="0"/>
              <a:t>Two required approvals: </a:t>
            </a:r>
          </a:p>
          <a:p>
            <a:pPr marL="914400" lvl="1" indent="-457200" fontAlgn="base">
              <a:buFont typeface="+mj-lt"/>
              <a:buAutoNum type="arabicPeriod"/>
            </a:pPr>
            <a:r>
              <a:rPr lang="en-US" dirty="0"/>
              <a:t>Department Chair: Program alignment</a:t>
            </a:r>
          </a:p>
          <a:p>
            <a:pPr marL="914400" lvl="1" indent="-457200" fontAlgn="base">
              <a:buFont typeface="+mj-lt"/>
              <a:buAutoNum type="arabicPeriod"/>
            </a:pPr>
            <a:r>
              <a:rPr lang="en-US" dirty="0"/>
              <a:t>AAD Director and Manager: approval criteria based on budget, staffing capacity, available space, sufficient lead time, etc.</a:t>
            </a:r>
          </a:p>
          <a:p>
            <a:pPr marL="457200" lvl="1" indent="0" fontAlgn="base">
              <a:buNone/>
            </a:pPr>
            <a:endParaRPr lang="en-US" dirty="0"/>
          </a:p>
          <a:p>
            <a:pPr fontAlgn="base"/>
            <a:r>
              <a:rPr lang="en-US" sz="2400" dirty="0"/>
              <a:t>Once approved, the requester can begin working with the AOS.</a:t>
            </a:r>
          </a:p>
          <a:p>
            <a:endParaRPr lang="en-US" sz="1700" dirty="0"/>
          </a:p>
        </p:txBody>
      </p:sp>
    </p:spTree>
    <p:extLst>
      <p:ext uri="{BB962C8B-B14F-4D97-AF65-F5344CB8AC3E}">
        <p14:creationId xmlns:p14="http://schemas.microsoft.com/office/powerpoint/2010/main" val="3323444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4662" y="323519"/>
            <a:ext cx="4323899"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Right Triangle 2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2BD45-9564-A6CC-89CC-FF9F522F0F5A}"/>
              </a:ext>
            </a:extLst>
          </p:cNvPr>
          <p:cNvSpPr>
            <a:spLocks noGrp="1"/>
          </p:cNvSpPr>
          <p:nvPr>
            <p:ph type="title"/>
          </p:nvPr>
        </p:nvSpPr>
        <p:spPr>
          <a:xfrm>
            <a:off x="8029293" y="806364"/>
            <a:ext cx="3354636" cy="2847413"/>
          </a:xfrm>
        </p:spPr>
        <p:txBody>
          <a:bodyPr vert="horz" lIns="91440" tIns="45720" rIns="91440" bIns="45720" rtlCol="0" anchor="b">
            <a:normAutofit/>
          </a:bodyPr>
          <a:lstStyle/>
          <a:p>
            <a:r>
              <a:rPr lang="en-US" sz="6000" kern="1200">
                <a:solidFill>
                  <a:schemeClr val="tx1"/>
                </a:solidFill>
                <a:latin typeface="+mj-lt"/>
                <a:ea typeface="+mj-ea"/>
                <a:cs typeface="+mj-cs"/>
              </a:rPr>
              <a:t>Event Approval Webform</a:t>
            </a:r>
          </a:p>
        </p:txBody>
      </p:sp>
      <p:sp>
        <p:nvSpPr>
          <p:cNvPr id="9" name="Content Placeholder 8">
            <a:extLst>
              <a:ext uri="{FF2B5EF4-FFF2-40B4-BE49-F238E27FC236}">
                <a16:creationId xmlns:a16="http://schemas.microsoft.com/office/drawing/2014/main" id="{9AB6CF88-66E9-305C-0315-2C06C3909958}"/>
              </a:ext>
            </a:extLst>
          </p:cNvPr>
          <p:cNvSpPr>
            <a:spLocks noGrp="1"/>
          </p:cNvSpPr>
          <p:nvPr>
            <p:ph idx="1"/>
          </p:nvPr>
        </p:nvSpPr>
        <p:spPr>
          <a:xfrm>
            <a:off x="8029293" y="3703250"/>
            <a:ext cx="2435507" cy="1122750"/>
          </a:xfrm>
        </p:spPr>
        <p:txBody>
          <a:bodyPr vert="horz" lIns="91440" tIns="45720" rIns="91440" bIns="45720" rtlCol="0" anchor="t">
            <a:normAutofit/>
          </a:bodyPr>
          <a:lstStyle/>
          <a:p>
            <a:pPr marL="0" indent="0">
              <a:buNone/>
            </a:pPr>
            <a:r>
              <a:rPr lang="en-US" sz="1700" kern="1200">
                <a:solidFill>
                  <a:schemeClr val="tx1"/>
                </a:solidFill>
                <a:latin typeface="+mn-lt"/>
                <a:ea typeface="+mn-ea"/>
                <a:cs typeface="+mn-cs"/>
              </a:rPr>
              <a:t>Event Approval Webform required for large and medium events. </a:t>
            </a:r>
          </a:p>
        </p:txBody>
      </p:sp>
      <p:pic>
        <p:nvPicPr>
          <p:cNvPr id="5" name="Content Placeholder 4">
            <a:extLst>
              <a:ext uri="{FF2B5EF4-FFF2-40B4-BE49-F238E27FC236}">
                <a16:creationId xmlns:a16="http://schemas.microsoft.com/office/drawing/2014/main" id="{282C68AD-FBE9-6785-9A79-65E60FAC0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599" y="1783080"/>
            <a:ext cx="6881062" cy="3303270"/>
          </a:xfrm>
          <a:prstGeom prst="rect">
            <a:avLst/>
          </a:prstGeom>
        </p:spPr>
      </p:pic>
    </p:spTree>
    <p:extLst>
      <p:ext uri="{BB962C8B-B14F-4D97-AF65-F5344CB8AC3E}">
        <p14:creationId xmlns:p14="http://schemas.microsoft.com/office/powerpoint/2010/main" val="2692044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C5FF1E-8B3D-494E-3AEF-2703009BEC8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5BBBC-A7BF-9A7B-F1EE-3A015F919046}"/>
              </a:ext>
            </a:extLst>
          </p:cNvPr>
          <p:cNvSpPr>
            <a:spLocks noGrp="1"/>
          </p:cNvSpPr>
          <p:nvPr>
            <p:ph type="title"/>
          </p:nvPr>
        </p:nvSpPr>
        <p:spPr>
          <a:xfrm>
            <a:off x="1285240" y="1050595"/>
            <a:ext cx="8074815" cy="1618489"/>
          </a:xfrm>
        </p:spPr>
        <p:txBody>
          <a:bodyPr anchor="ctr">
            <a:normAutofit/>
          </a:bodyPr>
          <a:lstStyle/>
          <a:p>
            <a:r>
              <a:rPr lang="en-US" sz="5000"/>
              <a:t>Small Event Approval Process</a:t>
            </a:r>
          </a:p>
        </p:txBody>
      </p:sp>
      <p:sp>
        <p:nvSpPr>
          <p:cNvPr id="3" name="Content Placeholder 2">
            <a:extLst>
              <a:ext uri="{FF2B5EF4-FFF2-40B4-BE49-F238E27FC236}">
                <a16:creationId xmlns:a16="http://schemas.microsoft.com/office/drawing/2014/main" id="{E99E7519-F21D-0D08-2735-985E8D79F581}"/>
              </a:ext>
            </a:extLst>
          </p:cNvPr>
          <p:cNvSpPr>
            <a:spLocks noGrp="1"/>
          </p:cNvSpPr>
          <p:nvPr>
            <p:ph idx="1"/>
          </p:nvPr>
        </p:nvSpPr>
        <p:spPr>
          <a:xfrm>
            <a:off x="1285240" y="2491741"/>
            <a:ext cx="9253220" cy="3278124"/>
          </a:xfrm>
        </p:spPr>
        <p:txBody>
          <a:bodyPr anchor="t">
            <a:normAutofit/>
          </a:bodyPr>
          <a:lstStyle/>
          <a:p>
            <a:pPr fontAlgn="base"/>
            <a:r>
              <a:rPr lang="en-US" sz="2400" dirty="0"/>
              <a:t>Deadline to notify AOS: 1 month prior to event date</a:t>
            </a:r>
          </a:p>
          <a:p>
            <a:pPr fontAlgn="base"/>
            <a:r>
              <a:rPr lang="en-US" sz="2400" dirty="0"/>
              <a:t>No formal approval required</a:t>
            </a:r>
          </a:p>
          <a:p>
            <a:pPr fontAlgn="base"/>
            <a:r>
              <a:rPr lang="en-US" sz="2400" dirty="0"/>
              <a:t>The requester notifies the AOS and planning can begin immediately</a:t>
            </a:r>
          </a:p>
          <a:p>
            <a:endParaRPr lang="en-US" sz="2400" dirty="0"/>
          </a:p>
        </p:txBody>
      </p:sp>
    </p:spTree>
    <p:extLst>
      <p:ext uri="{BB962C8B-B14F-4D97-AF65-F5344CB8AC3E}">
        <p14:creationId xmlns:p14="http://schemas.microsoft.com/office/powerpoint/2010/main" val="645684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61EE9-C29D-69DF-68A3-7B353AA336DC}"/>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solidFill>
                  <a:schemeClr val="tx1"/>
                </a:solidFill>
                <a:latin typeface="+mj-lt"/>
                <a:ea typeface="+mj-ea"/>
                <a:cs typeface="+mj-cs"/>
              </a:rPr>
              <a:t>Planning Process</a:t>
            </a:r>
          </a:p>
        </p:txBody>
      </p:sp>
      <p:sp>
        <p:nvSpPr>
          <p:cNvPr id="3" name="Text Placeholder 2">
            <a:extLst>
              <a:ext uri="{FF2B5EF4-FFF2-40B4-BE49-F238E27FC236}">
                <a16:creationId xmlns:a16="http://schemas.microsoft.com/office/drawing/2014/main" id="{E7444FD5-A704-69CE-D965-A961DD91598B}"/>
              </a:ext>
            </a:extLst>
          </p:cNvPr>
          <p:cNvSpPr>
            <a:spLocks noGrp="1"/>
          </p:cNvSpPr>
          <p:nvPr>
            <p:ph type="body" idx="1"/>
          </p:nvPr>
        </p:nvSpPr>
        <p:spPr>
          <a:xfrm>
            <a:off x="1524000" y="5514052"/>
            <a:ext cx="9144000" cy="651910"/>
          </a:xfrm>
        </p:spPr>
        <p:txBody>
          <a:bodyPr vert="horz" lIns="91440" tIns="45720" rIns="91440" bIns="45720" rtlCol="0" anchor="ctr">
            <a:normAutofit/>
          </a:bodyPr>
          <a:lstStyle/>
          <a:p>
            <a:pPr algn="ctr"/>
            <a:endParaRPr lang="en-US" sz="2400" kern="1200">
              <a:solidFill>
                <a:schemeClr val="tx1"/>
              </a:solidFill>
              <a:latin typeface="+mn-lt"/>
              <a:ea typeface="+mn-ea"/>
              <a:cs typeface="+mn-cs"/>
            </a:endParaRP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98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2A5383-20B9-9C14-BC50-3F4DEFC46AB7}"/>
              </a:ext>
            </a:extLst>
          </p:cNvPr>
          <p:cNvSpPr>
            <a:spLocks noGrp="1"/>
          </p:cNvSpPr>
          <p:nvPr>
            <p:ph type="title"/>
          </p:nvPr>
        </p:nvSpPr>
        <p:spPr>
          <a:xfrm>
            <a:off x="1043631" y="809898"/>
            <a:ext cx="10173010" cy="1554480"/>
          </a:xfrm>
        </p:spPr>
        <p:txBody>
          <a:bodyPr anchor="ctr">
            <a:normAutofit/>
          </a:bodyPr>
          <a:lstStyle/>
          <a:p>
            <a:r>
              <a:rPr lang="en-US" sz="4800"/>
              <a:t>Large Event Planners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0700DE0-C447-73A5-66A6-1A8211B9FFC0}"/>
              </a:ext>
            </a:extLst>
          </p:cNvPr>
          <p:cNvGraphicFramePr>
            <a:graphicFrameLocks noGrp="1"/>
          </p:cNvGraphicFramePr>
          <p:nvPr>
            <p:ph idx="1"/>
            <p:extLst>
              <p:ext uri="{D42A27DB-BD31-4B8C-83A1-F6EECF244321}">
                <p14:modId xmlns:p14="http://schemas.microsoft.com/office/powerpoint/2010/main" val="633311876"/>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0828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E84C8B-BAD5-E5F8-DB87-8F7D724776F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E5BCE5-7B1B-13BB-8A78-0D0C8584A0D7}"/>
              </a:ext>
            </a:extLst>
          </p:cNvPr>
          <p:cNvSpPr>
            <a:spLocks noGrp="1"/>
          </p:cNvSpPr>
          <p:nvPr>
            <p:ph type="title"/>
          </p:nvPr>
        </p:nvSpPr>
        <p:spPr>
          <a:xfrm>
            <a:off x="1043631" y="809898"/>
            <a:ext cx="10173010" cy="1554480"/>
          </a:xfrm>
        </p:spPr>
        <p:txBody>
          <a:bodyPr anchor="ctr">
            <a:normAutofit/>
          </a:bodyPr>
          <a:lstStyle/>
          <a:p>
            <a:r>
              <a:rPr lang="en-US" sz="4800"/>
              <a:t>Medium and Small Event Planners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FCC21194-D3D0-CCBB-4073-07391A2F0D4C}"/>
              </a:ext>
            </a:extLst>
          </p:cNvPr>
          <p:cNvGraphicFramePr>
            <a:graphicFrameLocks noGrp="1"/>
          </p:cNvGraphicFramePr>
          <p:nvPr>
            <p:ph idx="1"/>
            <p:extLst>
              <p:ext uri="{D42A27DB-BD31-4B8C-83A1-F6EECF244321}">
                <p14:modId xmlns:p14="http://schemas.microsoft.com/office/powerpoint/2010/main" val="337121359"/>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4075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28D01-1247-2082-815A-F8D54B6371CE}"/>
              </a:ext>
            </a:extLst>
          </p:cNvPr>
          <p:cNvSpPr>
            <a:spLocks noGrp="1"/>
          </p:cNvSpPr>
          <p:nvPr>
            <p:ph type="title"/>
          </p:nvPr>
        </p:nvSpPr>
        <p:spPr>
          <a:xfrm>
            <a:off x="762000" y="1138266"/>
            <a:ext cx="9738257" cy="1107126"/>
          </a:xfrm>
        </p:spPr>
        <p:txBody>
          <a:bodyPr anchor="t">
            <a:normAutofit/>
          </a:bodyPr>
          <a:lstStyle/>
          <a:p>
            <a:r>
              <a:rPr lang="en-US" sz="4000" b="1" dirty="0"/>
              <a:t>Room Reservations</a:t>
            </a:r>
          </a:p>
        </p:txBody>
      </p:sp>
      <p:cxnSp>
        <p:nvCxnSpPr>
          <p:cNvPr id="24" name="Straight Connector 23">
            <a:extLst>
              <a:ext uri="{FF2B5EF4-FFF2-40B4-BE49-F238E27FC236}">
                <a16:creationId xmlns:a16="http://schemas.microsoft.com/office/drawing/2014/main" id="{D2C4353C-C927-1758-0BEF-21E9E0D816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21" name="Content Placeholder 3">
            <a:extLst>
              <a:ext uri="{FF2B5EF4-FFF2-40B4-BE49-F238E27FC236}">
                <a16:creationId xmlns:a16="http://schemas.microsoft.com/office/drawing/2014/main" id="{F9002F5D-4D31-D0E5-5707-D6860674258A}"/>
              </a:ext>
            </a:extLst>
          </p:cNvPr>
          <p:cNvGraphicFramePr>
            <a:graphicFrameLocks noGrp="1"/>
          </p:cNvGraphicFramePr>
          <p:nvPr>
            <p:ph idx="1"/>
            <p:extLst>
              <p:ext uri="{D42A27DB-BD31-4B8C-83A1-F6EECF244321}">
                <p14:modId xmlns:p14="http://schemas.microsoft.com/office/powerpoint/2010/main" val="4054885825"/>
              </p:ext>
            </p:extLst>
          </p:nvPr>
        </p:nvGraphicFramePr>
        <p:xfrm>
          <a:off x="1277480" y="2400300"/>
          <a:ext cx="9637041" cy="3661994"/>
        </p:xfrm>
        <a:graphic>
          <a:graphicData uri="http://schemas.openxmlformats.org/drawingml/2006/table">
            <a:tbl>
              <a:tblPr firstRow="1" bandRow="1">
                <a:solidFill>
                  <a:schemeClr val="bg1">
                    <a:lumMod val="95000"/>
                  </a:schemeClr>
                </a:solidFill>
                <a:tableStyleId>{5C22544A-7EE6-4342-B048-85BDC9FD1C3A}</a:tableStyleId>
              </a:tblPr>
              <a:tblGrid>
                <a:gridCol w="5035182">
                  <a:extLst>
                    <a:ext uri="{9D8B030D-6E8A-4147-A177-3AD203B41FA5}">
                      <a16:colId xmlns:a16="http://schemas.microsoft.com/office/drawing/2014/main" val="4198908300"/>
                    </a:ext>
                  </a:extLst>
                </a:gridCol>
                <a:gridCol w="4601859">
                  <a:extLst>
                    <a:ext uri="{9D8B030D-6E8A-4147-A177-3AD203B41FA5}">
                      <a16:colId xmlns:a16="http://schemas.microsoft.com/office/drawing/2014/main" val="3038441153"/>
                    </a:ext>
                  </a:extLst>
                </a:gridCol>
              </a:tblGrid>
              <a:tr h="629448">
                <a:tc>
                  <a:txBody>
                    <a:bodyPr/>
                    <a:lstStyle/>
                    <a:p>
                      <a:r>
                        <a:rPr lang="en-US" sz="2600" b="1" cap="none" spc="0">
                          <a:solidFill>
                            <a:schemeClr val="tx1"/>
                          </a:solidFill>
                        </a:rPr>
                        <a:t>Non-Course Related Bookings</a:t>
                      </a:r>
                    </a:p>
                  </a:txBody>
                  <a:tcPr marL="83784" marR="119692" marT="23938" marB="179537"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r>
                        <a:rPr lang="en-US" sz="2600" b="1" cap="none" spc="0">
                          <a:solidFill>
                            <a:schemeClr val="tx1"/>
                          </a:solidFill>
                        </a:rPr>
                        <a:t>Course Related Bookings</a:t>
                      </a:r>
                    </a:p>
                  </a:txBody>
                  <a:tcPr marL="83784" marR="119692" marT="23938" marB="179537"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4116270805"/>
                  </a:ext>
                </a:extLst>
              </a:tr>
              <a:tr h="3032546">
                <a:tc>
                  <a:txBody>
                    <a:bodyPr/>
                    <a:lstStyle/>
                    <a:p>
                      <a:pPr marL="342900" indent="-342900">
                        <a:buFont typeface="Arial" panose="020B0604020202020204" pitchFamily="34" charset="0"/>
                        <a:buChar char="•"/>
                      </a:pPr>
                      <a:r>
                        <a:rPr lang="en-US" sz="2200" cap="none" spc="0" dirty="0">
                          <a:solidFill>
                            <a:schemeClr val="tx1"/>
                          </a:solidFill>
                        </a:rPr>
                        <a:t>Priority: Namaste Hall, Café, and 1</a:t>
                      </a:r>
                      <a:r>
                        <a:rPr lang="en-US" sz="2200" cap="none" spc="0" baseline="30000" dirty="0">
                          <a:solidFill>
                            <a:schemeClr val="tx1"/>
                          </a:solidFill>
                        </a:rPr>
                        <a:t>st</a:t>
                      </a:r>
                      <a:r>
                        <a:rPr lang="en-US" sz="2200" cap="none" spc="0" dirty="0">
                          <a:solidFill>
                            <a:schemeClr val="tx1"/>
                          </a:solidFill>
                        </a:rPr>
                        <a:t> floor lobby</a:t>
                      </a:r>
                    </a:p>
                    <a:p>
                      <a:pPr marL="342900" indent="-342900">
                        <a:buFont typeface="Arial" panose="020B0604020202020204" pitchFamily="34" charset="0"/>
                        <a:buChar char="•"/>
                      </a:pPr>
                      <a:endParaRPr lang="en-US" sz="1000" cap="none" spc="0" dirty="0">
                        <a:solidFill>
                          <a:schemeClr val="tx1"/>
                        </a:solidFill>
                      </a:endParaRPr>
                    </a:p>
                    <a:p>
                      <a:pPr marL="342900" indent="-342900">
                        <a:buFont typeface="Arial" panose="020B0604020202020204" pitchFamily="34" charset="0"/>
                        <a:buChar char="•"/>
                      </a:pPr>
                      <a:r>
                        <a:rPr lang="en-US" sz="2200" cap="none" spc="0" dirty="0">
                          <a:solidFill>
                            <a:schemeClr val="tx1"/>
                          </a:solidFill>
                        </a:rPr>
                        <a:t>Booking: First come first serve  </a:t>
                      </a:r>
                    </a:p>
                    <a:p>
                      <a:pPr marL="342900" indent="-342900">
                        <a:buFont typeface="Arial" panose="020B0604020202020204" pitchFamily="34" charset="0"/>
                        <a:buChar char="•"/>
                      </a:pPr>
                      <a:endParaRPr lang="en-US" sz="1000" cap="none" spc="0" dirty="0">
                        <a:solidFill>
                          <a:schemeClr val="tx1"/>
                        </a:solidFill>
                      </a:endParaRPr>
                    </a:p>
                    <a:p>
                      <a:pPr marL="342900" indent="-342900">
                        <a:buFont typeface="Arial" panose="020B0604020202020204" pitchFamily="34" charset="0"/>
                        <a:buChar char="•"/>
                      </a:pPr>
                      <a:r>
                        <a:rPr lang="en-US" sz="2200" cap="none" spc="0" dirty="0">
                          <a:solidFill>
                            <a:schemeClr val="tx1"/>
                          </a:solidFill>
                        </a:rPr>
                        <a:t>Can book classrooms but have to wait until after class schedule publishing date</a:t>
                      </a:r>
                    </a:p>
                    <a:p>
                      <a:pPr marL="342900" indent="-342900">
                        <a:buFont typeface="Arial" panose="020B0604020202020204" pitchFamily="34" charset="0"/>
                        <a:buChar char="•"/>
                      </a:pPr>
                      <a:endParaRPr lang="en-US" sz="1000" cap="none" spc="0" dirty="0">
                        <a:solidFill>
                          <a:schemeClr val="tx1"/>
                        </a:solidFill>
                      </a:endParaRPr>
                    </a:p>
                  </a:txBody>
                  <a:tcPr marL="83784" marR="119692" marT="23938" marB="179537">
                    <a:lnL w="12700" cap="flat" cmpd="sng" algn="ctr">
                      <a:solidFill>
                        <a:schemeClr val="tx1"/>
                      </a:solidFill>
                      <a:prstDash val="solid"/>
                    </a:lnL>
                    <a:lnR w="12700" cmpd="sng">
                      <a:noFill/>
                      <a:prstDash val="solid"/>
                    </a:lnR>
                    <a:lnT w="38100" cmpd="sng">
                      <a:noFill/>
                    </a:lnT>
                    <a:lnB w="12700" cmpd="sng">
                      <a:noFill/>
                      <a:prstDash val="solid"/>
                    </a:lnB>
                    <a:solidFill>
                      <a:schemeClr val="bg1">
                        <a:lumMod val="95000"/>
                      </a:schemeClr>
                    </a:solidFill>
                  </a:tcPr>
                </a:tc>
                <a:tc>
                  <a:txBody>
                    <a:bodyPr/>
                    <a:lstStyle/>
                    <a:p>
                      <a:pPr marL="342900" indent="-342900">
                        <a:buFont typeface="Arial" panose="020B0604020202020204" pitchFamily="34" charset="0"/>
                        <a:buChar char="•"/>
                      </a:pPr>
                      <a:r>
                        <a:rPr lang="en-US" sz="2200" cap="none" spc="0" dirty="0">
                          <a:solidFill>
                            <a:schemeClr val="tx1"/>
                          </a:solidFill>
                        </a:rPr>
                        <a:t>Priority: classrooms</a:t>
                      </a:r>
                    </a:p>
                    <a:p>
                      <a:pPr marL="342900" indent="-342900">
                        <a:buFont typeface="Arial" panose="020B0604020202020204" pitchFamily="34" charset="0"/>
                        <a:buChar char="•"/>
                      </a:pPr>
                      <a:endParaRPr lang="en-US" sz="1000" cap="none" spc="0" dirty="0">
                        <a:solidFill>
                          <a:schemeClr val="tx1"/>
                        </a:solidFill>
                      </a:endParaRPr>
                    </a:p>
                    <a:p>
                      <a:pPr marL="342900" indent="-342900">
                        <a:buFont typeface="Arial" panose="020B0604020202020204" pitchFamily="34" charset="0"/>
                        <a:buChar char="•"/>
                      </a:pPr>
                      <a:r>
                        <a:rPr lang="en-US" sz="2200" cap="none" spc="0" dirty="0">
                          <a:solidFill>
                            <a:schemeClr val="tx1"/>
                          </a:solidFill>
                        </a:rPr>
                        <a:t>Booking: arranged by Registrar and AAD</a:t>
                      </a:r>
                    </a:p>
                    <a:p>
                      <a:pPr marL="342900" indent="-342900">
                        <a:buFont typeface="Arial" panose="020B0604020202020204" pitchFamily="34" charset="0"/>
                        <a:buChar char="•"/>
                      </a:pPr>
                      <a:endParaRPr lang="en-US" sz="1000" cap="none" spc="0" dirty="0">
                        <a:solidFill>
                          <a:schemeClr val="tx1"/>
                        </a:solidFill>
                      </a:endParaRPr>
                    </a:p>
                    <a:p>
                      <a:pPr marL="342900" indent="-342900">
                        <a:buFont typeface="Arial" panose="020B0604020202020204" pitchFamily="34" charset="0"/>
                        <a:buChar char="•"/>
                      </a:pPr>
                      <a:r>
                        <a:rPr lang="en-US" sz="2200" cap="none" spc="0" dirty="0">
                          <a:solidFill>
                            <a:schemeClr val="tx1"/>
                          </a:solidFill>
                        </a:rPr>
                        <a:t>Limited bookings for Namaste Hall </a:t>
                      </a:r>
                    </a:p>
                    <a:p>
                      <a:pPr marL="342900" indent="-342900">
                        <a:buFont typeface="Arial" panose="020B0604020202020204" pitchFamily="34" charset="0"/>
                        <a:buChar char="•"/>
                      </a:pPr>
                      <a:endParaRPr lang="en-US" sz="1000" cap="none" spc="0" dirty="0">
                        <a:solidFill>
                          <a:schemeClr val="tx1"/>
                        </a:solidFill>
                      </a:endParaRPr>
                    </a:p>
                  </a:txBody>
                  <a:tcPr marL="83784" marR="119692" marT="23938" marB="179537">
                    <a:lnL w="12700" cmpd="sng">
                      <a:noFill/>
                      <a:prstDash val="solid"/>
                    </a:lnL>
                    <a:lnR w="12700" cmpd="sng">
                      <a:noFill/>
                      <a:prstDash val="solid"/>
                    </a:lnR>
                    <a:lnT w="38100" cmpd="sng">
                      <a:noFill/>
                    </a:lnT>
                    <a:lnB w="12700" cmpd="sng">
                      <a:noFill/>
                      <a:prstDash val="solid"/>
                    </a:lnB>
                    <a:solidFill>
                      <a:schemeClr val="bg1">
                        <a:lumMod val="95000"/>
                      </a:schemeClr>
                    </a:solidFill>
                  </a:tcPr>
                </a:tc>
                <a:extLst>
                  <a:ext uri="{0D108BD9-81ED-4DB2-BD59-A6C34878D82A}">
                    <a16:rowId xmlns:a16="http://schemas.microsoft.com/office/drawing/2014/main" val="111658926"/>
                  </a:ext>
                </a:extLst>
              </a:tr>
            </a:tbl>
          </a:graphicData>
        </a:graphic>
      </p:graphicFrame>
    </p:spTree>
    <p:extLst>
      <p:ext uri="{BB962C8B-B14F-4D97-AF65-F5344CB8AC3E}">
        <p14:creationId xmlns:p14="http://schemas.microsoft.com/office/powerpoint/2010/main" val="3057828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E14D-1B5F-A402-F60E-C2547726E4ED}"/>
              </a:ext>
            </a:extLst>
          </p:cNvPr>
          <p:cNvSpPr>
            <a:spLocks noGrp="1"/>
          </p:cNvSpPr>
          <p:nvPr>
            <p:ph type="title"/>
          </p:nvPr>
        </p:nvSpPr>
        <p:spPr>
          <a:xfrm>
            <a:off x="389860" y="184372"/>
            <a:ext cx="10515600" cy="1325563"/>
          </a:xfrm>
        </p:spPr>
        <p:txBody>
          <a:bodyPr/>
          <a:lstStyle/>
          <a:p>
            <a:r>
              <a:rPr lang="en-US" dirty="0"/>
              <a:t>Working with Other CIIS Departments</a:t>
            </a:r>
          </a:p>
        </p:txBody>
      </p:sp>
      <p:graphicFrame>
        <p:nvGraphicFramePr>
          <p:cNvPr id="4" name="Content Placeholder 3">
            <a:extLst>
              <a:ext uri="{FF2B5EF4-FFF2-40B4-BE49-F238E27FC236}">
                <a16:creationId xmlns:a16="http://schemas.microsoft.com/office/drawing/2014/main" id="{DFA82649-7918-84CE-BBAE-C59E48267E91}"/>
              </a:ext>
            </a:extLst>
          </p:cNvPr>
          <p:cNvGraphicFramePr>
            <a:graphicFrameLocks noGrp="1"/>
          </p:cNvGraphicFramePr>
          <p:nvPr>
            <p:ph idx="1"/>
            <p:extLst>
              <p:ext uri="{D42A27DB-BD31-4B8C-83A1-F6EECF244321}">
                <p14:modId xmlns:p14="http://schemas.microsoft.com/office/powerpoint/2010/main" val="437495789"/>
              </p:ext>
            </p:extLst>
          </p:nvPr>
        </p:nvGraphicFramePr>
        <p:xfrm>
          <a:off x="329609" y="1367155"/>
          <a:ext cx="11472531" cy="5034280"/>
        </p:xfrm>
        <a:graphic>
          <a:graphicData uri="http://schemas.openxmlformats.org/drawingml/2006/table">
            <a:tbl>
              <a:tblPr firstRow="1" bandRow="1">
                <a:tableStyleId>{00A15C55-8517-42AA-B614-E9B94910E393}</a:tableStyleId>
              </a:tblPr>
              <a:tblGrid>
                <a:gridCol w="2693164">
                  <a:extLst>
                    <a:ext uri="{9D8B030D-6E8A-4147-A177-3AD203B41FA5}">
                      <a16:colId xmlns:a16="http://schemas.microsoft.com/office/drawing/2014/main" val="3919460254"/>
                    </a:ext>
                  </a:extLst>
                </a:gridCol>
                <a:gridCol w="3043101">
                  <a:extLst>
                    <a:ext uri="{9D8B030D-6E8A-4147-A177-3AD203B41FA5}">
                      <a16:colId xmlns:a16="http://schemas.microsoft.com/office/drawing/2014/main" val="2645173314"/>
                    </a:ext>
                  </a:extLst>
                </a:gridCol>
                <a:gridCol w="2868133">
                  <a:extLst>
                    <a:ext uri="{9D8B030D-6E8A-4147-A177-3AD203B41FA5}">
                      <a16:colId xmlns:a16="http://schemas.microsoft.com/office/drawing/2014/main" val="1420554968"/>
                    </a:ext>
                  </a:extLst>
                </a:gridCol>
                <a:gridCol w="2868133">
                  <a:extLst>
                    <a:ext uri="{9D8B030D-6E8A-4147-A177-3AD203B41FA5}">
                      <a16:colId xmlns:a16="http://schemas.microsoft.com/office/drawing/2014/main" val="2556021892"/>
                    </a:ext>
                  </a:extLst>
                </a:gridCol>
              </a:tblGrid>
              <a:tr h="370840">
                <a:tc>
                  <a:txBody>
                    <a:bodyPr/>
                    <a:lstStyle/>
                    <a:p>
                      <a:r>
                        <a:rPr lang="en-US" dirty="0"/>
                        <a:t>Office of Events</a:t>
                      </a:r>
                    </a:p>
                  </a:txBody>
                  <a:tcPr/>
                </a:tc>
                <a:tc>
                  <a:txBody>
                    <a:bodyPr/>
                    <a:lstStyle/>
                    <a:p>
                      <a:r>
                        <a:rPr lang="en-US" dirty="0"/>
                        <a:t>OSCR</a:t>
                      </a:r>
                    </a:p>
                  </a:txBody>
                  <a:tcPr/>
                </a:tc>
                <a:tc>
                  <a:txBody>
                    <a:bodyPr/>
                    <a:lstStyle/>
                    <a:p>
                      <a:r>
                        <a:rPr lang="en-US" dirty="0"/>
                        <a:t>DoT</a:t>
                      </a:r>
                    </a:p>
                  </a:txBody>
                  <a:tcPr/>
                </a:tc>
                <a:tc>
                  <a:txBody>
                    <a:bodyPr/>
                    <a:lstStyle/>
                    <a:p>
                      <a:r>
                        <a:rPr lang="en-US" dirty="0"/>
                        <a:t>Facilities</a:t>
                      </a:r>
                    </a:p>
                  </a:txBody>
                  <a:tcPr/>
                </a:tc>
                <a:extLst>
                  <a:ext uri="{0D108BD9-81ED-4DB2-BD59-A6C34878D82A}">
                    <a16:rowId xmlns:a16="http://schemas.microsoft.com/office/drawing/2014/main" val="4075311204"/>
                  </a:ext>
                </a:extLst>
              </a:tr>
              <a:tr h="370840">
                <a:tc>
                  <a:txBody>
                    <a:bodyPr/>
                    <a:lstStyle/>
                    <a:p>
                      <a:pPr marL="285750" indent="-285750">
                        <a:buFont typeface="Arial" panose="020B0604020202020204" pitchFamily="34" charset="0"/>
                        <a:buChar char="•"/>
                      </a:pPr>
                      <a:r>
                        <a:rPr lang="en-US" sz="2000" dirty="0"/>
                        <a:t>Provides linen, vases, water carafes, tables and chairs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Approves Namaste Hall and lobby bookings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Provides event advice and vendor recommendations  </a:t>
                      </a:r>
                    </a:p>
                    <a:p>
                      <a:endParaRPr lang="en-US" sz="2000" dirty="0"/>
                    </a:p>
                    <a:p>
                      <a:endParaRPr lang="en-US" sz="2000" dirty="0"/>
                    </a:p>
                    <a:p>
                      <a:endParaRPr lang="en-US" sz="2000" dirty="0"/>
                    </a:p>
                  </a:txBody>
                  <a:tcPr/>
                </a:tc>
                <a:tc>
                  <a:txBody>
                    <a:bodyPr/>
                    <a:lstStyle/>
                    <a:p>
                      <a:pPr marL="285750" indent="-285750">
                        <a:buFont typeface="Arial" panose="020B0604020202020204" pitchFamily="34" charset="0"/>
                        <a:buChar char="•"/>
                      </a:pPr>
                      <a:r>
                        <a:rPr lang="en-US" sz="2000" dirty="0"/>
                        <a:t>Prioritizes large public facing events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Creates event webpages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Posts on social media </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Reviews design drafts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Provides promotion guide (see </a:t>
                      </a:r>
                      <a:r>
                        <a:rPr lang="en-US" sz="2000" dirty="0">
                          <a:hlinkClick r:id="rId3"/>
                        </a:rPr>
                        <a:t>Media Kit</a:t>
                      </a:r>
                      <a:r>
                        <a:rPr lang="en-US" sz="2000" dirty="0"/>
                        <a:t>)</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Takes photos/videos</a:t>
                      </a:r>
                    </a:p>
                    <a:p>
                      <a:pPr marL="285750" indent="-285750">
                        <a:buFont typeface="Arial" panose="020B0604020202020204" pitchFamily="34" charset="0"/>
                        <a:buChar char="•"/>
                      </a:pPr>
                      <a:endParaRPr lang="en-US" sz="1000" dirty="0"/>
                    </a:p>
                    <a:p>
                      <a:pPr marL="285750" indent="-285750">
                        <a:buFont typeface="Arial" panose="020B0604020202020204" pitchFamily="34" charset="0"/>
                        <a:buChar char="•"/>
                      </a:pPr>
                      <a:r>
                        <a:rPr lang="en-US" sz="2000" dirty="0"/>
                        <a:t>Writes/publishes news stories</a:t>
                      </a:r>
                    </a:p>
                  </a:txBody>
                  <a:tcPr/>
                </a:tc>
                <a:tc>
                  <a:txBody>
                    <a:bodyPr/>
                    <a:lstStyle/>
                    <a:p>
                      <a:pPr marL="285750" indent="-285750">
                        <a:buFont typeface="Arial" panose="020B0604020202020204" pitchFamily="34" charset="0"/>
                        <a:buChar char="•"/>
                      </a:pPr>
                      <a:r>
                        <a:rPr lang="en-US" sz="2000" dirty="0"/>
                        <a:t>Creates Zoom link and settings for virtual/hybrid events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Records live and virtual events </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Facilitates online event spaces</a:t>
                      </a:r>
                    </a:p>
                  </a:txBody>
                  <a:tcPr/>
                </a:tc>
                <a:tc>
                  <a:txBody>
                    <a:bodyPr/>
                    <a:lstStyle/>
                    <a:p>
                      <a:pPr marL="285750" indent="-285750">
                        <a:buFont typeface="Arial" panose="020B0604020202020204" pitchFamily="34" charset="0"/>
                        <a:buChar char="•"/>
                      </a:pPr>
                      <a:r>
                        <a:rPr lang="en-US" sz="2000" dirty="0"/>
                        <a:t>Books parking spaces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Provides equipment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Transports furniture or supplies</a:t>
                      </a:r>
                    </a:p>
                  </a:txBody>
                  <a:tcPr/>
                </a:tc>
                <a:extLst>
                  <a:ext uri="{0D108BD9-81ED-4DB2-BD59-A6C34878D82A}">
                    <a16:rowId xmlns:a16="http://schemas.microsoft.com/office/drawing/2014/main" val="3068096985"/>
                  </a:ext>
                </a:extLst>
              </a:tr>
            </a:tbl>
          </a:graphicData>
        </a:graphic>
      </p:graphicFrame>
    </p:spTree>
    <p:extLst>
      <p:ext uri="{BB962C8B-B14F-4D97-AF65-F5344CB8AC3E}">
        <p14:creationId xmlns:p14="http://schemas.microsoft.com/office/powerpoint/2010/main" val="819641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2C790C-D61F-AC66-7CCC-B804462C00DB}"/>
              </a:ext>
            </a:extLst>
          </p:cNvPr>
          <p:cNvSpPr>
            <a:spLocks noGrp="1"/>
          </p:cNvSpPr>
          <p:nvPr>
            <p:ph type="title"/>
          </p:nvPr>
        </p:nvSpPr>
        <p:spPr>
          <a:xfrm>
            <a:off x="7178040" y="2411730"/>
            <a:ext cx="4218618" cy="3153217"/>
          </a:xfrm>
        </p:spPr>
        <p:txBody>
          <a:bodyPr vert="horz" lIns="91440" tIns="45720" rIns="91440" bIns="45720" rtlCol="0" anchor="t">
            <a:normAutofit/>
          </a:bodyPr>
          <a:lstStyle/>
          <a:p>
            <a:r>
              <a:rPr lang="en-US" sz="6600" kern="1200" dirty="0">
                <a:solidFill>
                  <a:schemeClr val="tx2"/>
                </a:solidFill>
                <a:latin typeface="+mj-lt"/>
                <a:ea typeface="+mj-ea"/>
                <a:cs typeface="+mj-cs"/>
              </a:rPr>
              <a:t>Event Planning Checklist</a:t>
            </a:r>
          </a:p>
        </p:txBody>
      </p:sp>
      <p:pic>
        <p:nvPicPr>
          <p:cNvPr id="22" name="Graphic 21" descr="Check List">
            <a:extLst>
              <a:ext uri="{FF2B5EF4-FFF2-40B4-BE49-F238E27FC236}">
                <a16:creationId xmlns:a16="http://schemas.microsoft.com/office/drawing/2014/main" id="{56299BF0-2B6B-2E93-DB30-9FD8F87BF6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9" name="Group 28">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30" name="Freeform: Shape 29">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6819583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Triangle 24">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CB9E08-ADA6-6A6F-F810-5D2464945040}"/>
              </a:ext>
            </a:extLst>
          </p:cNvPr>
          <p:cNvSpPr>
            <a:spLocks noGrp="1"/>
          </p:cNvSpPr>
          <p:nvPr>
            <p:ph type="title"/>
          </p:nvPr>
        </p:nvSpPr>
        <p:spPr>
          <a:xfrm>
            <a:off x="1285240" y="1050595"/>
            <a:ext cx="8074815" cy="1618489"/>
          </a:xfrm>
        </p:spPr>
        <p:txBody>
          <a:bodyPr anchor="ctr">
            <a:normAutofit/>
          </a:bodyPr>
          <a:lstStyle/>
          <a:p>
            <a:r>
              <a:rPr lang="en-US" sz="7200" dirty="0"/>
              <a:t>Questions</a:t>
            </a:r>
          </a:p>
        </p:txBody>
      </p:sp>
      <p:sp>
        <p:nvSpPr>
          <p:cNvPr id="3" name="Content Placeholder 2">
            <a:extLst>
              <a:ext uri="{FF2B5EF4-FFF2-40B4-BE49-F238E27FC236}">
                <a16:creationId xmlns:a16="http://schemas.microsoft.com/office/drawing/2014/main" id="{D9095029-22CF-9B83-C569-5A5DA0F3032F}"/>
              </a:ext>
            </a:extLst>
          </p:cNvPr>
          <p:cNvSpPr>
            <a:spLocks noGrp="1"/>
          </p:cNvSpPr>
          <p:nvPr>
            <p:ph idx="1"/>
          </p:nvPr>
        </p:nvSpPr>
        <p:spPr>
          <a:xfrm>
            <a:off x="1285240" y="2969469"/>
            <a:ext cx="8074815" cy="2800395"/>
          </a:xfrm>
        </p:spPr>
        <p:txBody>
          <a:bodyPr anchor="t">
            <a:normAutofit/>
          </a:bodyPr>
          <a:lstStyle/>
          <a:p>
            <a:pPr marL="0" indent="0">
              <a:buNone/>
            </a:pPr>
            <a:endParaRPr lang="en-US" sz="2400" dirty="0"/>
          </a:p>
        </p:txBody>
      </p:sp>
    </p:spTree>
    <p:extLst>
      <p:ext uri="{BB962C8B-B14F-4D97-AF65-F5344CB8AC3E}">
        <p14:creationId xmlns:p14="http://schemas.microsoft.com/office/powerpoint/2010/main" val="3674315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E0AB59A5C2C034BA2381B2A38732FF5" ma:contentTypeVersion="12" ma:contentTypeDescription="Create a new document." ma:contentTypeScope="" ma:versionID="dd3ae437038db1c2f2d031b0d4717b4e">
  <xsd:schema xmlns:xsd="http://www.w3.org/2001/XMLSchema" xmlns:xs="http://www.w3.org/2001/XMLSchema" xmlns:p="http://schemas.microsoft.com/office/2006/metadata/properties" xmlns:ns2="aa7efa6d-ed52-4318-b585-f9cdfb1967d5" xmlns:ns3="ba7e6c08-ca37-493f-8865-08d391e15897" targetNamespace="http://schemas.microsoft.com/office/2006/metadata/properties" ma:root="true" ma:fieldsID="8f5b0b824f6cd00f9653889726894df9" ns2:_="" ns3:_="">
    <xsd:import namespace="aa7efa6d-ed52-4318-b585-f9cdfb1967d5"/>
    <xsd:import namespace="ba7e6c08-ca37-493f-8865-08d391e158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Document_x0020_File_x0020_Type" minOccurs="0"/>
                <xsd:element ref="ns3:Document_x0020_File_x0020_Type1"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efa6d-ed52-4318-b585-f9cdfb1967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6482a45c-577e-4f29-9a23-bc76d573ed7d"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7e6c08-ca37-493f-8865-08d391e15897" elementFormDefault="qualified">
    <xsd:import namespace="http://schemas.microsoft.com/office/2006/documentManagement/types"/>
    <xsd:import namespace="http://schemas.microsoft.com/office/infopath/2007/PartnerControls"/>
    <xsd:element name="Document_x0020_File_x0020_Type" ma:index="11" nillable="true" ma:displayName="Document File Type" ma:internalName="Document_x0020_File_x0020_Type">
      <xsd:simpleType>
        <xsd:restriction base="dms:Text">
          <xsd:maxLength value="255"/>
        </xsd:restriction>
      </xsd:simpleType>
    </xsd:element>
    <xsd:element name="Document_x0020_File_x0020_Type1" ma:index="12" nillable="true" ma:displayName="Document File Type" ma:internalName="Document_x0020_File_x0020_Type1">
      <xsd:simpleType>
        <xsd:restriction base="dms:Text">
          <xsd:maxLength value="255"/>
        </xsd:restriction>
      </xsd:simpleType>
    </xsd:element>
    <xsd:element name="TaxCatchAll" ma:index="20" nillable="true" ma:displayName="Taxonomy Catch All Column" ma:hidden="true" ma:list="{87833651-4551-489d-9c29-f87ffacf2714}" ma:internalName="TaxCatchAll" ma:showField="CatchAllData" ma:web="ba7e6c08-ca37-493f-8865-08d391e1589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Document_x0020_File_x0020_Type xmlns="ba7e6c08-ca37-493f-8865-08d391e15897" xsi:nil="true"/>
    <Document_x0020_File_x0020_Type1 xmlns="ba7e6c08-ca37-493f-8865-08d391e15897" xsi:nil="true"/>
    <TaxCatchAll xmlns="ba7e6c08-ca37-493f-8865-08d391e15897" xsi:nil="true"/>
    <lcf76f155ced4ddcb4097134ff3c332f xmlns="aa7efa6d-ed52-4318-b585-f9cdfb1967d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0BDE9C8-3740-4DC3-90D8-DAB1FD1A9A42}">
  <ds:schemaRefs>
    <ds:schemaRef ds:uri="http://schemas.microsoft.com/sharepoint/v3/contenttype/forms"/>
  </ds:schemaRefs>
</ds:datastoreItem>
</file>

<file path=customXml/itemProps2.xml><?xml version="1.0" encoding="utf-8"?>
<ds:datastoreItem xmlns:ds="http://schemas.openxmlformats.org/officeDocument/2006/customXml" ds:itemID="{FECE3FA3-3C3F-4811-835E-4D2B79CEE3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efa6d-ed52-4318-b585-f9cdfb1967d5"/>
    <ds:schemaRef ds:uri="ba7e6c08-ca37-493f-8865-08d391e1589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B6A1CA-97BE-4B66-B720-4A99896DBAEC}">
  <ds:schemaRefs>
    <ds:schemaRef ds:uri="http://schemas.microsoft.com/office/2006/metadata/properties"/>
    <ds:schemaRef ds:uri="http://schemas.microsoft.com/office/infopath/2007/PartnerControls"/>
    <ds:schemaRef ds:uri="ba7e6c08-ca37-493f-8865-08d391e15897"/>
    <ds:schemaRef ds:uri="aa7efa6d-ed52-4318-b585-f9cdfb1967d5"/>
  </ds:schemaRefs>
</ds:datastoreItem>
</file>

<file path=docProps/app.xml><?xml version="1.0" encoding="utf-8"?>
<Properties xmlns="http://schemas.openxmlformats.org/officeDocument/2006/extended-properties" xmlns:vt="http://schemas.openxmlformats.org/officeDocument/2006/docPropsVTypes">
  <TotalTime>20629</TotalTime>
  <Words>2132</Words>
  <Application>Microsoft Office PowerPoint</Application>
  <PresentationFormat>Widescreen</PresentationFormat>
  <Paragraphs>229</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Academic Department Event Approval and Planning Procedure</vt:lpstr>
      <vt:lpstr>Introduction</vt:lpstr>
      <vt:lpstr>Event Types and Definitions</vt:lpstr>
      <vt:lpstr>Staff Roles</vt:lpstr>
      <vt:lpstr>Event Approval Process</vt:lpstr>
      <vt:lpstr>Large Event Approval Process</vt:lpstr>
      <vt:lpstr>Medium Event Approval Process</vt:lpstr>
      <vt:lpstr>Event Approval Webform</vt:lpstr>
      <vt:lpstr>Small Event Approval Process</vt:lpstr>
      <vt:lpstr>Planning Process</vt:lpstr>
      <vt:lpstr>Large Event Planners</vt:lpstr>
      <vt:lpstr>Medium and Small Event Planners</vt:lpstr>
      <vt:lpstr>Room Reservations</vt:lpstr>
      <vt:lpstr>Working with Other CIIS Departments</vt:lpstr>
      <vt:lpstr>Event Planning Checklist</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Lianne Hope</dc:creator>
  <cp:lastModifiedBy>Lianne Hope</cp:lastModifiedBy>
  <cp:revision>10</cp:revision>
  <dcterms:created xsi:type="dcterms:W3CDTF">2026-03-19T22:51:03Z</dcterms:created>
  <dcterms:modified xsi:type="dcterms:W3CDTF">2026-04-16T16:59:33Z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0x0101007E0AB59A5C2C034BA2381B2A38732FF5</vt:lpwstr>
  </property>
  <property fmtid="{D5CDD505-2E9C-101B-9397-08002B2CF9AE}" pid="3" name="MediaServiceImageTags">
    <vt:lpwstr/>
  </property>
</Properties>
</file>